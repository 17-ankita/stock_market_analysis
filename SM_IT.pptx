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21"/>
  </p:notesMasterIdLst>
  <p:sldIdLst>
    <p:sldId id="256" r:id="rId2"/>
    <p:sldId id="257" r:id="rId3"/>
    <p:sldId id="258" r:id="rId4"/>
    <p:sldId id="259" r:id="rId5"/>
    <p:sldId id="260" r:id="rId6"/>
    <p:sldId id="261" r:id="rId7"/>
    <p:sldId id="311" r:id="rId8"/>
    <p:sldId id="262" r:id="rId9"/>
    <p:sldId id="312" r:id="rId10"/>
    <p:sldId id="263" r:id="rId11"/>
    <p:sldId id="313" r:id="rId12"/>
    <p:sldId id="264" r:id="rId13"/>
    <p:sldId id="314" r:id="rId14"/>
    <p:sldId id="265" r:id="rId15"/>
    <p:sldId id="315" r:id="rId16"/>
    <p:sldId id="316" r:id="rId17"/>
    <p:sldId id="317" r:id="rId18"/>
    <p:sldId id="318" r:id="rId19"/>
    <p:sldId id="267" r:id="rId20"/>
  </p:sldIdLst>
  <p:sldSz cx="9144000" cy="5143500" type="screen16x9"/>
  <p:notesSz cx="6858000" cy="9144000"/>
  <p:embeddedFontLst>
    <p:embeddedFont>
      <p:font typeface="Anybody" panose="020B0604020202020204" charset="0"/>
      <p:regular r:id="rId22"/>
      <p:bold r:id="rId23"/>
      <p:italic r:id="rId24"/>
      <p:boldItalic r:id="rId25"/>
    </p:embeddedFont>
    <p:embeddedFont>
      <p:font typeface="Castellar" panose="020A0402060406010301" pitchFamily="18" charset="0"/>
      <p:regular r:id="rId26"/>
    </p:embeddedFont>
    <p:embeddedFont>
      <p:font typeface="Nunito Light" pitchFamily="2" charset="0"/>
      <p:regular r:id="rId27"/>
      <p:italic r:id="rId28"/>
    </p:embeddedFon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B4E52E2-0E16-49B2-863E-4D9851CC3848}">
  <a:tblStyle styleId="{DB4E52E2-0E16-49B2-863E-4D9851CC384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AB5B2AA-00B0-4221-960C-70BE88744C0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00" name="Google Shape;300;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97956a17e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69" name="Google Shape;369;g297956a17e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29750dc5ad7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79" name="Google Shape;379;g29750dc5ad7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97956a17ec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96" name="Google Shape;396;g297956a17ec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9750dc5ad7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63" name="Google Shape;463;g29750dc5ad7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297956a17ec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74" name="Google Shape;474;g297956a17ec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a:extLst>
            <a:ext uri="{FF2B5EF4-FFF2-40B4-BE49-F238E27FC236}">
              <a16:creationId xmlns:a16="http://schemas.microsoft.com/office/drawing/2014/main" id="{BEE4021D-AFF8-8CAA-DD63-4752ECF23940}"/>
            </a:ext>
          </a:extLst>
        </p:cNvPr>
        <p:cNvGrpSpPr/>
        <p:nvPr/>
      </p:nvGrpSpPr>
      <p:grpSpPr>
        <a:xfrm>
          <a:off x="0" y="0"/>
          <a:ext cx="0" cy="0"/>
          <a:chOff x="0" y="0"/>
          <a:chExt cx="0" cy="0"/>
        </a:xfrm>
      </p:grpSpPr>
      <p:sp>
        <p:nvSpPr>
          <p:cNvPr id="462" name="Google Shape;462;g29750dc5ad7_0_111:notes">
            <a:extLst>
              <a:ext uri="{FF2B5EF4-FFF2-40B4-BE49-F238E27FC236}">
                <a16:creationId xmlns:a16="http://schemas.microsoft.com/office/drawing/2014/main" id="{AEB5CDFB-FE2F-B7DE-AA50-4AAC05452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63" name="Google Shape;463;g29750dc5ad7_0_111:notes">
            <a:extLst>
              <a:ext uri="{FF2B5EF4-FFF2-40B4-BE49-F238E27FC236}">
                <a16:creationId xmlns:a16="http://schemas.microsoft.com/office/drawing/2014/main" id="{0CC72CE6-AC0B-9270-0BC0-9BA93027F0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0699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97956a17ec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86" name="Google Shape;486;g297956a17ec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a:extLst>
            <a:ext uri="{FF2B5EF4-FFF2-40B4-BE49-F238E27FC236}">
              <a16:creationId xmlns:a16="http://schemas.microsoft.com/office/drawing/2014/main" id="{BA58B2A1-0DEC-8831-BBD2-43AC8649A3C4}"/>
            </a:ext>
          </a:extLst>
        </p:cNvPr>
        <p:cNvGrpSpPr/>
        <p:nvPr/>
      </p:nvGrpSpPr>
      <p:grpSpPr>
        <a:xfrm>
          <a:off x="0" y="0"/>
          <a:ext cx="0" cy="0"/>
          <a:chOff x="0" y="0"/>
          <a:chExt cx="0" cy="0"/>
        </a:xfrm>
      </p:grpSpPr>
      <p:sp>
        <p:nvSpPr>
          <p:cNvPr id="462" name="Google Shape;462;g29750dc5ad7_0_111:notes">
            <a:extLst>
              <a:ext uri="{FF2B5EF4-FFF2-40B4-BE49-F238E27FC236}">
                <a16:creationId xmlns:a16="http://schemas.microsoft.com/office/drawing/2014/main" id="{0A36A15B-AEDB-E370-672F-4F7B7BAFD3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63" name="Google Shape;463;g29750dc5ad7_0_111:notes">
            <a:extLst>
              <a:ext uri="{FF2B5EF4-FFF2-40B4-BE49-F238E27FC236}">
                <a16:creationId xmlns:a16="http://schemas.microsoft.com/office/drawing/2014/main" id="{7B4F9C23-1597-67DF-0A5F-B213E957A3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06114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297956a17ec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95" name="Google Shape;495;g297956a17ec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a:extLst>
            <a:ext uri="{FF2B5EF4-FFF2-40B4-BE49-F238E27FC236}">
              <a16:creationId xmlns:a16="http://schemas.microsoft.com/office/drawing/2014/main" id="{CDDA89AD-BB6C-8266-6CA3-E76D593403A9}"/>
            </a:ext>
          </a:extLst>
        </p:cNvPr>
        <p:cNvGrpSpPr/>
        <p:nvPr/>
      </p:nvGrpSpPr>
      <p:grpSpPr>
        <a:xfrm>
          <a:off x="0" y="0"/>
          <a:ext cx="0" cy="0"/>
          <a:chOff x="0" y="0"/>
          <a:chExt cx="0" cy="0"/>
        </a:xfrm>
      </p:grpSpPr>
      <p:sp>
        <p:nvSpPr>
          <p:cNvPr id="462" name="Google Shape;462;g29750dc5ad7_0_111:notes">
            <a:extLst>
              <a:ext uri="{FF2B5EF4-FFF2-40B4-BE49-F238E27FC236}">
                <a16:creationId xmlns:a16="http://schemas.microsoft.com/office/drawing/2014/main" id="{94AAD606-9AE0-44D1-C810-5F459EBD56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63" name="Google Shape;463;g29750dc5ad7_0_111:notes">
            <a:extLst>
              <a:ext uri="{FF2B5EF4-FFF2-40B4-BE49-F238E27FC236}">
                <a16:creationId xmlns:a16="http://schemas.microsoft.com/office/drawing/2014/main" id="{E61389BE-3AC1-66F3-1852-5E8F8D00F4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5603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97956a17ec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19" name="Google Shape;519;g297956a17ec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a:extLst>
            <a:ext uri="{FF2B5EF4-FFF2-40B4-BE49-F238E27FC236}">
              <a16:creationId xmlns:a16="http://schemas.microsoft.com/office/drawing/2014/main" id="{B42641C1-1889-9931-5099-FAA339FAD46D}"/>
            </a:ext>
          </a:extLst>
        </p:cNvPr>
        <p:cNvGrpSpPr/>
        <p:nvPr/>
      </p:nvGrpSpPr>
      <p:grpSpPr>
        <a:xfrm>
          <a:off x="0" y="0"/>
          <a:ext cx="0" cy="0"/>
          <a:chOff x="0" y="0"/>
          <a:chExt cx="0" cy="0"/>
        </a:xfrm>
      </p:grpSpPr>
      <p:sp>
        <p:nvSpPr>
          <p:cNvPr id="462" name="Google Shape;462;g29750dc5ad7_0_111:notes">
            <a:extLst>
              <a:ext uri="{FF2B5EF4-FFF2-40B4-BE49-F238E27FC236}">
                <a16:creationId xmlns:a16="http://schemas.microsoft.com/office/drawing/2014/main" id="{35CB9BEA-A3B7-CCDC-DED1-0D22F6D645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63" name="Google Shape;463;g29750dc5ad7_0_111:notes">
            <a:extLst>
              <a:ext uri="{FF2B5EF4-FFF2-40B4-BE49-F238E27FC236}">
                <a16:creationId xmlns:a16="http://schemas.microsoft.com/office/drawing/2014/main" id="{D5171188-B9CB-1238-2D24-A8A5EFC198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0296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97956a17ec_0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52" name="Google Shape;552;g297956a17ec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a:extLst>
            <a:ext uri="{FF2B5EF4-FFF2-40B4-BE49-F238E27FC236}">
              <a16:creationId xmlns:a16="http://schemas.microsoft.com/office/drawing/2014/main" id="{DF65158F-AE93-D644-EA2B-591A8B63531E}"/>
            </a:ext>
          </a:extLst>
        </p:cNvPr>
        <p:cNvGrpSpPr/>
        <p:nvPr/>
      </p:nvGrpSpPr>
      <p:grpSpPr>
        <a:xfrm>
          <a:off x="0" y="0"/>
          <a:ext cx="0" cy="0"/>
          <a:chOff x="0" y="0"/>
          <a:chExt cx="0" cy="0"/>
        </a:xfrm>
      </p:grpSpPr>
      <p:sp>
        <p:nvSpPr>
          <p:cNvPr id="462" name="Google Shape;462;g29750dc5ad7_0_111:notes">
            <a:extLst>
              <a:ext uri="{FF2B5EF4-FFF2-40B4-BE49-F238E27FC236}">
                <a16:creationId xmlns:a16="http://schemas.microsoft.com/office/drawing/2014/main" id="{466BA11F-A724-6596-62D7-4BD8DCE992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63" name="Google Shape;463;g29750dc5ad7_0_111:notes">
            <a:extLst>
              <a:ext uri="{FF2B5EF4-FFF2-40B4-BE49-F238E27FC236}">
                <a16:creationId xmlns:a16="http://schemas.microsoft.com/office/drawing/2014/main" id="{01DC2AD9-E61B-A9BD-C948-E0EC3A7CDD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0148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a:extLst>
            <a:ext uri="{FF2B5EF4-FFF2-40B4-BE49-F238E27FC236}">
              <a16:creationId xmlns:a16="http://schemas.microsoft.com/office/drawing/2014/main" id="{8CA98DAF-8674-2C71-A25A-9E6780803E56}"/>
            </a:ext>
          </a:extLst>
        </p:cNvPr>
        <p:cNvGrpSpPr/>
        <p:nvPr/>
      </p:nvGrpSpPr>
      <p:grpSpPr>
        <a:xfrm>
          <a:off x="0" y="0"/>
          <a:ext cx="0" cy="0"/>
          <a:chOff x="0" y="0"/>
          <a:chExt cx="0" cy="0"/>
        </a:xfrm>
      </p:grpSpPr>
      <p:sp>
        <p:nvSpPr>
          <p:cNvPr id="462" name="Google Shape;462;g29750dc5ad7_0_111:notes">
            <a:extLst>
              <a:ext uri="{FF2B5EF4-FFF2-40B4-BE49-F238E27FC236}">
                <a16:creationId xmlns:a16="http://schemas.microsoft.com/office/drawing/2014/main" id="{59E0D240-602C-086E-2874-8DF2F8BAD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63" name="Google Shape;463;g29750dc5ad7_0_111:notes">
            <a:extLst>
              <a:ext uri="{FF2B5EF4-FFF2-40B4-BE49-F238E27FC236}">
                <a16:creationId xmlns:a16="http://schemas.microsoft.com/office/drawing/2014/main" id="{DB3744FC-DDAD-2E7E-2EA1-7E3F6594D3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4791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a:extLst>
            <a:ext uri="{FF2B5EF4-FFF2-40B4-BE49-F238E27FC236}">
              <a16:creationId xmlns:a16="http://schemas.microsoft.com/office/drawing/2014/main" id="{6C1AA049-AF13-B35E-CC45-18A7120142B0}"/>
            </a:ext>
          </a:extLst>
        </p:cNvPr>
        <p:cNvGrpSpPr/>
        <p:nvPr/>
      </p:nvGrpSpPr>
      <p:grpSpPr>
        <a:xfrm>
          <a:off x="0" y="0"/>
          <a:ext cx="0" cy="0"/>
          <a:chOff x="0" y="0"/>
          <a:chExt cx="0" cy="0"/>
        </a:xfrm>
      </p:grpSpPr>
      <p:sp>
        <p:nvSpPr>
          <p:cNvPr id="462" name="Google Shape;462;g29750dc5ad7_0_111:notes">
            <a:extLst>
              <a:ext uri="{FF2B5EF4-FFF2-40B4-BE49-F238E27FC236}">
                <a16:creationId xmlns:a16="http://schemas.microsoft.com/office/drawing/2014/main" id="{819C0913-6928-1B37-3E76-A4A2F92E5F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63" name="Google Shape;463;g29750dc5ad7_0_111:notes">
            <a:extLst>
              <a:ext uri="{FF2B5EF4-FFF2-40B4-BE49-F238E27FC236}">
                <a16:creationId xmlns:a16="http://schemas.microsoft.com/office/drawing/2014/main" id="{48FDAEAB-5005-7AAD-D372-A7A1C1C90F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2414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a:extLst>
            <a:ext uri="{FF2B5EF4-FFF2-40B4-BE49-F238E27FC236}">
              <a16:creationId xmlns:a16="http://schemas.microsoft.com/office/drawing/2014/main" id="{6AAC7236-12A9-58F5-72E0-35BC1D84438F}"/>
            </a:ext>
          </a:extLst>
        </p:cNvPr>
        <p:cNvGrpSpPr/>
        <p:nvPr/>
      </p:nvGrpSpPr>
      <p:grpSpPr>
        <a:xfrm>
          <a:off x="0" y="0"/>
          <a:ext cx="0" cy="0"/>
          <a:chOff x="0" y="0"/>
          <a:chExt cx="0" cy="0"/>
        </a:xfrm>
      </p:grpSpPr>
      <p:sp>
        <p:nvSpPr>
          <p:cNvPr id="462" name="Google Shape;462;g29750dc5ad7_0_111:notes">
            <a:extLst>
              <a:ext uri="{FF2B5EF4-FFF2-40B4-BE49-F238E27FC236}">
                <a16:creationId xmlns:a16="http://schemas.microsoft.com/office/drawing/2014/main" id="{7366AF3D-4E1A-B9AE-59AC-0240B057EF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63" name="Google Shape;463;g29750dc5ad7_0_111:notes">
            <a:extLst>
              <a:ext uri="{FF2B5EF4-FFF2-40B4-BE49-F238E27FC236}">
                <a16:creationId xmlns:a16="http://schemas.microsoft.com/office/drawing/2014/main" id="{2264662A-692D-721A-7002-8F99287FF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1716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297956a17ec_0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20" name="Google Shape;620;g297956a17ec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45000"/>
          </a:blip>
          <a:stretch>
            <a:fillRect/>
          </a:stretch>
        </p:blipFill>
        <p:spPr>
          <a:xfrm>
            <a:off x="-1" y="0"/>
            <a:ext cx="9143998" cy="5133702"/>
          </a:xfrm>
          <a:prstGeom prst="rect">
            <a:avLst/>
          </a:prstGeom>
          <a:noFill/>
          <a:ln>
            <a:noFill/>
          </a:ln>
        </p:spPr>
      </p:pic>
      <p:sp>
        <p:nvSpPr>
          <p:cNvPr id="10" name="Google Shape;10;p2"/>
          <p:cNvSpPr txBox="1">
            <a:spLocks noGrp="1"/>
          </p:cNvSpPr>
          <p:nvPr>
            <p:ph type="ctrTitle"/>
          </p:nvPr>
        </p:nvSpPr>
        <p:spPr>
          <a:xfrm>
            <a:off x="731175" y="1441425"/>
            <a:ext cx="3701400" cy="16101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4600" b="1">
                <a:latin typeface="Anybody"/>
                <a:ea typeface="Anybody"/>
                <a:cs typeface="Anybody"/>
                <a:sym typeface="Anybody"/>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31175" y="3051525"/>
            <a:ext cx="3701400" cy="387000"/>
          </a:xfrm>
          <a:prstGeom prst="rect">
            <a:avLst/>
          </a:prstGeom>
          <a:no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solidFill>
                  <a:schemeClr val="dk1"/>
                </a:solidFill>
                <a:latin typeface="Roboto"/>
                <a:ea typeface="Roboto"/>
                <a:cs typeface="Roboto"/>
                <a:sym typeface="Robo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2" name="Google Shape;12;p2"/>
          <p:cNvPicPr preferRelativeResize="0"/>
          <p:nvPr/>
        </p:nvPicPr>
        <p:blipFill>
          <a:blip r:embed="rId3">
            <a:alphaModFix/>
          </a:blip>
          <a:stretch>
            <a:fillRect/>
          </a:stretch>
        </p:blipFill>
        <p:spPr>
          <a:xfrm>
            <a:off x="7254539" y="-248228"/>
            <a:ext cx="824449" cy="8235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mt="45000"/>
          </a:blip>
          <a:srcRect t="556" r="8417" b="13879"/>
          <a:stretch/>
        </p:blipFill>
        <p:spPr>
          <a:xfrm>
            <a:off x="0" y="0"/>
            <a:ext cx="9143998" cy="5143500"/>
          </a:xfrm>
          <a:prstGeom prst="rect">
            <a:avLst/>
          </a:prstGeom>
          <a:noFill/>
          <a:ln>
            <a:noFill/>
          </a:ln>
        </p:spPr>
      </p:pic>
      <p:sp>
        <p:nvSpPr>
          <p:cNvPr id="15" name="Google Shape;15;p3"/>
          <p:cNvSpPr txBox="1">
            <a:spLocks noGrp="1"/>
          </p:cNvSpPr>
          <p:nvPr>
            <p:ph type="title"/>
          </p:nvPr>
        </p:nvSpPr>
        <p:spPr>
          <a:xfrm>
            <a:off x="3882175" y="2141263"/>
            <a:ext cx="4339800" cy="1534200"/>
          </a:xfrm>
          <a:prstGeom prst="rect">
            <a:avLst/>
          </a:prstGeom>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3977675" y="1081563"/>
            <a:ext cx="1342500" cy="841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 name="Google Shape;17;p3"/>
          <p:cNvSpPr txBox="1">
            <a:spLocks noGrp="1"/>
          </p:cNvSpPr>
          <p:nvPr>
            <p:ph type="subTitle" idx="1"/>
          </p:nvPr>
        </p:nvSpPr>
        <p:spPr>
          <a:xfrm>
            <a:off x="3882175" y="3586263"/>
            <a:ext cx="43398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8" name="Google Shape;18;p3"/>
          <p:cNvGrpSpPr/>
          <p:nvPr/>
        </p:nvGrpSpPr>
        <p:grpSpPr>
          <a:xfrm>
            <a:off x="603952" y="-359542"/>
            <a:ext cx="2717154" cy="6217105"/>
            <a:chOff x="603952" y="-359542"/>
            <a:chExt cx="2717154" cy="6217105"/>
          </a:xfrm>
        </p:grpSpPr>
        <p:pic>
          <p:nvPicPr>
            <p:cNvPr id="19" name="Google Shape;19;p3"/>
            <p:cNvPicPr preferRelativeResize="0"/>
            <p:nvPr/>
          </p:nvPicPr>
          <p:blipFill>
            <a:blip r:embed="rId3">
              <a:alphaModFix/>
            </a:blip>
            <a:stretch>
              <a:fillRect/>
            </a:stretch>
          </p:blipFill>
          <p:spPr>
            <a:xfrm>
              <a:off x="603952" y="-359542"/>
              <a:ext cx="883476" cy="882474"/>
            </a:xfrm>
            <a:prstGeom prst="rect">
              <a:avLst/>
            </a:prstGeom>
            <a:noFill/>
            <a:ln>
              <a:noFill/>
            </a:ln>
          </p:spPr>
        </p:pic>
        <p:pic>
          <p:nvPicPr>
            <p:cNvPr id="20" name="Google Shape;20;p3"/>
            <p:cNvPicPr preferRelativeResize="0"/>
            <p:nvPr/>
          </p:nvPicPr>
          <p:blipFill>
            <a:blip r:embed="rId3">
              <a:alphaModFix/>
            </a:blip>
            <a:stretch>
              <a:fillRect/>
            </a:stretch>
          </p:blipFill>
          <p:spPr>
            <a:xfrm>
              <a:off x="2066130" y="4603989"/>
              <a:ext cx="1254976" cy="1253575"/>
            </a:xfrm>
            <a:prstGeom prst="rect">
              <a:avLst/>
            </a:prstGeom>
            <a:noFill/>
            <a:ln>
              <a:noFill/>
            </a:ln>
          </p:spPr>
        </p:pic>
      </p:grpSp>
      <p:grpSp>
        <p:nvGrpSpPr>
          <p:cNvPr id="21" name="Google Shape;21;p3"/>
          <p:cNvGrpSpPr/>
          <p:nvPr/>
        </p:nvGrpSpPr>
        <p:grpSpPr>
          <a:xfrm>
            <a:off x="7383096" y="-685398"/>
            <a:ext cx="1760906" cy="2608773"/>
            <a:chOff x="7383096" y="-685398"/>
            <a:chExt cx="1760906" cy="2608773"/>
          </a:xfrm>
        </p:grpSpPr>
        <p:pic>
          <p:nvPicPr>
            <p:cNvPr id="22" name="Google Shape;22;p3"/>
            <p:cNvPicPr preferRelativeResize="0"/>
            <p:nvPr/>
          </p:nvPicPr>
          <p:blipFill>
            <a:blip r:embed="rId4">
              <a:alphaModFix/>
            </a:blip>
            <a:stretch>
              <a:fillRect/>
            </a:stretch>
          </p:blipFill>
          <p:spPr>
            <a:xfrm>
              <a:off x="7383096" y="-685398"/>
              <a:ext cx="1760906" cy="1534200"/>
            </a:xfrm>
            <a:prstGeom prst="rect">
              <a:avLst/>
            </a:prstGeom>
            <a:noFill/>
            <a:ln>
              <a:noFill/>
            </a:ln>
          </p:spPr>
        </p:pic>
        <p:pic>
          <p:nvPicPr>
            <p:cNvPr id="23" name="Google Shape;23;p3"/>
            <p:cNvPicPr preferRelativeResize="0"/>
            <p:nvPr/>
          </p:nvPicPr>
          <p:blipFill>
            <a:blip r:embed="rId5">
              <a:alphaModFix/>
            </a:blip>
            <a:stretch>
              <a:fillRect/>
            </a:stretch>
          </p:blipFill>
          <p:spPr>
            <a:xfrm>
              <a:off x="8684847" y="242675"/>
              <a:ext cx="396177" cy="1680700"/>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pic>
        <p:nvPicPr>
          <p:cNvPr id="25" name="Google Shape;25;p4"/>
          <p:cNvPicPr preferRelativeResize="0"/>
          <p:nvPr/>
        </p:nvPicPr>
        <p:blipFill>
          <a:blip r:embed="rId2">
            <a:alphaModFix amt="33000"/>
          </a:blip>
          <a:stretch>
            <a:fillRect/>
          </a:stretch>
        </p:blipFill>
        <p:spPr>
          <a:xfrm>
            <a:off x="0" y="-3425"/>
            <a:ext cx="9165780" cy="5146925"/>
          </a:xfrm>
          <a:prstGeom prst="rect">
            <a:avLst/>
          </a:prstGeom>
          <a:noFill/>
          <a:ln>
            <a:noFill/>
          </a:ln>
        </p:spPr>
      </p:pic>
      <p:sp>
        <p:nvSpPr>
          <p:cNvPr id="26" name="Google Shape;2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4"/>
          <p:cNvSpPr txBox="1">
            <a:spLocks noGrp="1"/>
          </p:cNvSpPr>
          <p:nvPr>
            <p:ph type="body" idx="1"/>
          </p:nvPr>
        </p:nvSpPr>
        <p:spPr>
          <a:xfrm>
            <a:off x="720000" y="1104925"/>
            <a:ext cx="7704000" cy="305400"/>
          </a:xfrm>
          <a:prstGeom prst="rect">
            <a:avLst/>
          </a:prstGeom>
        </p:spPr>
        <p:txBody>
          <a:bodyPr spcFirstLastPara="1" wrap="square" lIns="91425" tIns="91425" rIns="91425" bIns="91425" anchor="t" anchorCtr="0">
            <a:noAutofit/>
          </a:bodyPr>
          <a:lstStyle>
            <a:lvl1pPr marL="457200" lvl="0" indent="-304800" algn="ctr"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8" name="Google Shape;28;p4"/>
          <p:cNvGrpSpPr/>
          <p:nvPr/>
        </p:nvGrpSpPr>
        <p:grpSpPr>
          <a:xfrm>
            <a:off x="-889520" y="121761"/>
            <a:ext cx="1609524" cy="2365090"/>
            <a:chOff x="-889520" y="121761"/>
            <a:chExt cx="1609524" cy="2365090"/>
          </a:xfrm>
        </p:grpSpPr>
        <p:pic>
          <p:nvPicPr>
            <p:cNvPr id="29" name="Google Shape;29;p4"/>
            <p:cNvPicPr preferRelativeResize="0"/>
            <p:nvPr/>
          </p:nvPicPr>
          <p:blipFill>
            <a:blip r:embed="rId3">
              <a:alphaModFix/>
            </a:blip>
            <a:stretch>
              <a:fillRect/>
            </a:stretch>
          </p:blipFill>
          <p:spPr>
            <a:xfrm>
              <a:off x="-889520" y="121761"/>
              <a:ext cx="1609524" cy="1616675"/>
            </a:xfrm>
            <a:prstGeom prst="rect">
              <a:avLst/>
            </a:prstGeom>
            <a:noFill/>
            <a:ln>
              <a:noFill/>
            </a:ln>
          </p:spPr>
        </p:pic>
        <p:pic>
          <p:nvPicPr>
            <p:cNvPr id="30" name="Google Shape;30;p4"/>
            <p:cNvPicPr preferRelativeResize="0"/>
            <p:nvPr/>
          </p:nvPicPr>
          <p:blipFill>
            <a:blip r:embed="rId4">
              <a:alphaModFix/>
            </a:blip>
            <a:stretch>
              <a:fillRect/>
            </a:stretch>
          </p:blipFill>
          <p:spPr>
            <a:xfrm>
              <a:off x="-278956" y="1833687"/>
              <a:ext cx="653900" cy="65316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pic>
        <p:nvPicPr>
          <p:cNvPr id="49" name="Google Shape;49;p7"/>
          <p:cNvPicPr preferRelativeResize="0"/>
          <p:nvPr/>
        </p:nvPicPr>
        <p:blipFill>
          <a:blip r:embed="rId2">
            <a:alphaModFix amt="45000"/>
          </a:blip>
          <a:stretch>
            <a:fillRect/>
          </a:stretch>
        </p:blipFill>
        <p:spPr>
          <a:xfrm>
            <a:off x="-21750" y="-14650"/>
            <a:ext cx="9187493" cy="5158151"/>
          </a:xfrm>
          <a:prstGeom prst="rect">
            <a:avLst/>
          </a:prstGeom>
          <a:noFill/>
          <a:ln>
            <a:noFill/>
          </a:ln>
        </p:spPr>
      </p:pic>
      <p:sp>
        <p:nvSpPr>
          <p:cNvPr id="50" name="Google Shape;50;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 name="Google Shape;51;p7"/>
          <p:cNvSpPr txBox="1">
            <a:spLocks noGrp="1"/>
          </p:cNvSpPr>
          <p:nvPr>
            <p:ph type="subTitle" idx="1"/>
          </p:nvPr>
        </p:nvSpPr>
        <p:spPr>
          <a:xfrm>
            <a:off x="720000" y="1576450"/>
            <a:ext cx="4294800" cy="196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Char char="●"/>
              <a:defRPr sz="14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pic>
        <p:nvPicPr>
          <p:cNvPr id="52" name="Google Shape;52;p7"/>
          <p:cNvPicPr preferRelativeResize="0"/>
          <p:nvPr/>
        </p:nvPicPr>
        <p:blipFill>
          <a:blip r:embed="rId3">
            <a:alphaModFix/>
          </a:blip>
          <a:stretch>
            <a:fillRect/>
          </a:stretch>
        </p:blipFill>
        <p:spPr>
          <a:xfrm>
            <a:off x="386269" y="-113663"/>
            <a:ext cx="653899" cy="653164"/>
          </a:xfrm>
          <a:prstGeom prst="rect">
            <a:avLst/>
          </a:prstGeom>
          <a:noFill/>
          <a:ln>
            <a:noFill/>
          </a:ln>
        </p:spPr>
      </p:pic>
      <p:pic>
        <p:nvPicPr>
          <p:cNvPr id="53" name="Google Shape;53;p7"/>
          <p:cNvPicPr preferRelativeResize="0"/>
          <p:nvPr/>
        </p:nvPicPr>
        <p:blipFill>
          <a:blip r:embed="rId4">
            <a:alphaModFix/>
          </a:blip>
          <a:stretch>
            <a:fillRect/>
          </a:stretch>
        </p:blipFill>
        <p:spPr>
          <a:xfrm>
            <a:off x="8338084" y="2822796"/>
            <a:ext cx="2310493" cy="232069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pic>
        <p:nvPicPr>
          <p:cNvPr id="55" name="Google Shape;55;p8"/>
          <p:cNvPicPr preferRelativeResize="0"/>
          <p:nvPr/>
        </p:nvPicPr>
        <p:blipFill>
          <a:blip r:embed="rId2">
            <a:alphaModFix amt="45000"/>
          </a:blip>
          <a:stretch>
            <a:fillRect/>
          </a:stretch>
        </p:blipFill>
        <p:spPr>
          <a:xfrm flipH="1">
            <a:off x="0" y="-3425"/>
            <a:ext cx="9165770" cy="5146925"/>
          </a:xfrm>
          <a:prstGeom prst="rect">
            <a:avLst/>
          </a:prstGeom>
          <a:noFill/>
          <a:ln>
            <a:noFill/>
          </a:ln>
        </p:spPr>
      </p:pic>
      <p:sp>
        <p:nvSpPr>
          <p:cNvPr id="56" name="Google Shape;56;p8"/>
          <p:cNvSpPr txBox="1">
            <a:spLocks noGrp="1"/>
          </p:cNvSpPr>
          <p:nvPr>
            <p:ph type="title"/>
          </p:nvPr>
        </p:nvSpPr>
        <p:spPr>
          <a:xfrm>
            <a:off x="713225" y="1790550"/>
            <a:ext cx="5205300" cy="1562400"/>
          </a:xfrm>
          <a:prstGeom prst="rect">
            <a:avLst/>
          </a:prstGeom>
        </p:spPr>
        <p:txBody>
          <a:bodyPr spcFirstLastPara="1" wrap="square" lIns="91425" tIns="91425" rIns="91425" bIns="91425" anchor="ctr" anchorCtr="0">
            <a:noAutofit/>
          </a:bodyPr>
          <a:lstStyle>
            <a:lvl1pPr lvl="0" algn="l">
              <a:lnSpc>
                <a:spcPct val="80000"/>
              </a:lnSpc>
              <a:spcBef>
                <a:spcPts val="0"/>
              </a:spcBef>
              <a:spcAft>
                <a:spcPts val="0"/>
              </a:spcAft>
              <a:buSzPts val="4800"/>
              <a:buNone/>
              <a:defRPr sz="5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57" name="Google Shape;57;p8"/>
          <p:cNvPicPr preferRelativeResize="0"/>
          <p:nvPr/>
        </p:nvPicPr>
        <p:blipFill>
          <a:blip r:embed="rId3">
            <a:alphaModFix/>
          </a:blip>
          <a:stretch>
            <a:fillRect/>
          </a:stretch>
        </p:blipFill>
        <p:spPr>
          <a:xfrm>
            <a:off x="1560518" y="4274539"/>
            <a:ext cx="1240974" cy="1239600"/>
          </a:xfrm>
          <a:prstGeom prst="rect">
            <a:avLst/>
          </a:prstGeom>
          <a:noFill/>
          <a:ln>
            <a:noFill/>
          </a:ln>
        </p:spPr>
      </p:pic>
      <p:pic>
        <p:nvPicPr>
          <p:cNvPr id="58" name="Google Shape;58;p8"/>
          <p:cNvPicPr preferRelativeResize="0"/>
          <p:nvPr/>
        </p:nvPicPr>
        <p:blipFill>
          <a:blip r:embed="rId4">
            <a:alphaModFix/>
          </a:blip>
          <a:stretch>
            <a:fillRect/>
          </a:stretch>
        </p:blipFill>
        <p:spPr>
          <a:xfrm rot="5400000">
            <a:off x="1934522" y="-498950"/>
            <a:ext cx="396177" cy="16807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pic>
        <p:nvPicPr>
          <p:cNvPr id="60" name="Google Shape;60;p9"/>
          <p:cNvPicPr preferRelativeResize="0"/>
          <p:nvPr/>
        </p:nvPicPr>
        <p:blipFill>
          <a:blip r:embed="rId2">
            <a:alphaModFix amt="45000"/>
          </a:blip>
          <a:stretch>
            <a:fillRect/>
          </a:stretch>
        </p:blipFill>
        <p:spPr>
          <a:xfrm>
            <a:off x="0" y="0"/>
            <a:ext cx="9161411" cy="5143500"/>
          </a:xfrm>
          <a:prstGeom prst="rect">
            <a:avLst/>
          </a:prstGeom>
          <a:noFill/>
          <a:ln>
            <a:noFill/>
          </a:ln>
        </p:spPr>
      </p:pic>
      <p:sp>
        <p:nvSpPr>
          <p:cNvPr id="61" name="Google Shape;61;p9"/>
          <p:cNvSpPr txBox="1">
            <a:spLocks noGrp="1"/>
          </p:cNvSpPr>
          <p:nvPr>
            <p:ph type="title"/>
          </p:nvPr>
        </p:nvSpPr>
        <p:spPr>
          <a:xfrm>
            <a:off x="713225" y="1577950"/>
            <a:ext cx="3124200" cy="1140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8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2" name="Google Shape;62;p9"/>
          <p:cNvSpPr txBox="1">
            <a:spLocks noGrp="1"/>
          </p:cNvSpPr>
          <p:nvPr>
            <p:ph type="subTitle" idx="1"/>
          </p:nvPr>
        </p:nvSpPr>
        <p:spPr>
          <a:xfrm>
            <a:off x="713225" y="2806850"/>
            <a:ext cx="4515900" cy="67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72"/>
        <p:cNvGrpSpPr/>
        <p:nvPr/>
      </p:nvGrpSpPr>
      <p:grpSpPr>
        <a:xfrm>
          <a:off x="0" y="0"/>
          <a:ext cx="0" cy="0"/>
          <a:chOff x="0" y="0"/>
          <a:chExt cx="0" cy="0"/>
        </a:xfrm>
      </p:grpSpPr>
      <p:pic>
        <p:nvPicPr>
          <p:cNvPr id="73" name="Google Shape;73;p13"/>
          <p:cNvPicPr preferRelativeResize="0"/>
          <p:nvPr/>
        </p:nvPicPr>
        <p:blipFill rotWithShape="1">
          <a:blip r:embed="rId2">
            <a:alphaModFix amt="45000"/>
          </a:blip>
          <a:srcRect l="3652" t="35594" r="3661" b="-6"/>
          <a:stretch/>
        </p:blipFill>
        <p:spPr>
          <a:xfrm>
            <a:off x="0" y="-5"/>
            <a:ext cx="9184809" cy="5143500"/>
          </a:xfrm>
          <a:prstGeom prst="rect">
            <a:avLst/>
          </a:prstGeom>
          <a:noFill/>
          <a:ln>
            <a:noFill/>
          </a:ln>
        </p:spPr>
      </p:pic>
      <p:sp>
        <p:nvSpPr>
          <p:cNvPr id="74" name="Google Shape;7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3"/>
          <p:cNvSpPr txBox="1">
            <a:spLocks noGrp="1"/>
          </p:cNvSpPr>
          <p:nvPr>
            <p:ph type="title" idx="2" hasCustomPrompt="1"/>
          </p:nvPr>
        </p:nvSpPr>
        <p:spPr>
          <a:xfrm>
            <a:off x="3404265" y="1484933"/>
            <a:ext cx="734700" cy="447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Font typeface="Anybody"/>
              <a:buNone/>
              <a:defRPr sz="3000" b="1">
                <a:latin typeface="Anybody"/>
                <a:ea typeface="Anybody"/>
                <a:cs typeface="Anybody"/>
                <a:sym typeface="Anybody"/>
              </a:defRPr>
            </a:lvl2pPr>
            <a:lvl3pPr lvl="2" rtl="0">
              <a:spcBef>
                <a:spcPts val="0"/>
              </a:spcBef>
              <a:spcAft>
                <a:spcPts val="0"/>
              </a:spcAft>
              <a:buSzPts val="3000"/>
              <a:buFont typeface="Anybody"/>
              <a:buNone/>
              <a:defRPr sz="3000" b="1">
                <a:latin typeface="Anybody"/>
                <a:ea typeface="Anybody"/>
                <a:cs typeface="Anybody"/>
                <a:sym typeface="Anybody"/>
              </a:defRPr>
            </a:lvl3pPr>
            <a:lvl4pPr lvl="3" rtl="0">
              <a:spcBef>
                <a:spcPts val="0"/>
              </a:spcBef>
              <a:spcAft>
                <a:spcPts val="0"/>
              </a:spcAft>
              <a:buSzPts val="3000"/>
              <a:buFont typeface="Anybody"/>
              <a:buNone/>
              <a:defRPr sz="3000" b="1">
                <a:latin typeface="Anybody"/>
                <a:ea typeface="Anybody"/>
                <a:cs typeface="Anybody"/>
                <a:sym typeface="Anybody"/>
              </a:defRPr>
            </a:lvl4pPr>
            <a:lvl5pPr lvl="4" rtl="0">
              <a:spcBef>
                <a:spcPts val="0"/>
              </a:spcBef>
              <a:spcAft>
                <a:spcPts val="0"/>
              </a:spcAft>
              <a:buSzPts val="3000"/>
              <a:buFont typeface="Anybody"/>
              <a:buNone/>
              <a:defRPr sz="3000" b="1">
                <a:latin typeface="Anybody"/>
                <a:ea typeface="Anybody"/>
                <a:cs typeface="Anybody"/>
                <a:sym typeface="Anybody"/>
              </a:defRPr>
            </a:lvl5pPr>
            <a:lvl6pPr lvl="5" rtl="0">
              <a:spcBef>
                <a:spcPts val="0"/>
              </a:spcBef>
              <a:spcAft>
                <a:spcPts val="0"/>
              </a:spcAft>
              <a:buSzPts val="3000"/>
              <a:buFont typeface="Anybody"/>
              <a:buNone/>
              <a:defRPr sz="3000" b="1">
                <a:latin typeface="Anybody"/>
                <a:ea typeface="Anybody"/>
                <a:cs typeface="Anybody"/>
                <a:sym typeface="Anybody"/>
              </a:defRPr>
            </a:lvl6pPr>
            <a:lvl7pPr lvl="6" rtl="0">
              <a:spcBef>
                <a:spcPts val="0"/>
              </a:spcBef>
              <a:spcAft>
                <a:spcPts val="0"/>
              </a:spcAft>
              <a:buSzPts val="3000"/>
              <a:buFont typeface="Anybody"/>
              <a:buNone/>
              <a:defRPr sz="3000" b="1">
                <a:latin typeface="Anybody"/>
                <a:ea typeface="Anybody"/>
                <a:cs typeface="Anybody"/>
                <a:sym typeface="Anybody"/>
              </a:defRPr>
            </a:lvl7pPr>
            <a:lvl8pPr lvl="7" rtl="0">
              <a:spcBef>
                <a:spcPts val="0"/>
              </a:spcBef>
              <a:spcAft>
                <a:spcPts val="0"/>
              </a:spcAft>
              <a:buSzPts val="3000"/>
              <a:buFont typeface="Anybody"/>
              <a:buNone/>
              <a:defRPr sz="3000" b="1">
                <a:latin typeface="Anybody"/>
                <a:ea typeface="Anybody"/>
                <a:cs typeface="Anybody"/>
                <a:sym typeface="Anybody"/>
              </a:defRPr>
            </a:lvl8pPr>
            <a:lvl9pPr lvl="8" rtl="0">
              <a:spcBef>
                <a:spcPts val="0"/>
              </a:spcBef>
              <a:spcAft>
                <a:spcPts val="0"/>
              </a:spcAft>
              <a:buSzPts val="3000"/>
              <a:buFont typeface="Anybody"/>
              <a:buNone/>
              <a:defRPr sz="3000" b="1">
                <a:latin typeface="Anybody"/>
                <a:ea typeface="Anybody"/>
                <a:cs typeface="Anybody"/>
                <a:sym typeface="Anybody"/>
              </a:defRPr>
            </a:lvl9pPr>
          </a:lstStyle>
          <a:p>
            <a:r>
              <a:t>xx%</a:t>
            </a:r>
          </a:p>
        </p:txBody>
      </p:sp>
      <p:sp>
        <p:nvSpPr>
          <p:cNvPr id="76" name="Google Shape;76;p13"/>
          <p:cNvSpPr txBox="1">
            <a:spLocks noGrp="1"/>
          </p:cNvSpPr>
          <p:nvPr>
            <p:ph type="subTitle" idx="1"/>
          </p:nvPr>
        </p:nvSpPr>
        <p:spPr>
          <a:xfrm>
            <a:off x="1269163" y="1368525"/>
            <a:ext cx="2058900" cy="680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rtl="0">
              <a:lnSpc>
                <a:spcPct val="100000"/>
              </a:lnSpc>
              <a:spcBef>
                <a:spcPts val="0"/>
              </a:spcBef>
              <a:spcAft>
                <a:spcPts val="0"/>
              </a:spcAft>
              <a:buSzPts val="2400"/>
              <a:buFont typeface="Anybody"/>
              <a:buNone/>
              <a:defRPr sz="2400" b="1">
                <a:latin typeface="Anybody"/>
                <a:ea typeface="Anybody"/>
                <a:cs typeface="Anybody"/>
                <a:sym typeface="Anybody"/>
              </a:defRPr>
            </a:lvl2pPr>
            <a:lvl3pPr lvl="2" rtl="0">
              <a:lnSpc>
                <a:spcPct val="100000"/>
              </a:lnSpc>
              <a:spcBef>
                <a:spcPts val="0"/>
              </a:spcBef>
              <a:spcAft>
                <a:spcPts val="0"/>
              </a:spcAft>
              <a:buSzPts val="2400"/>
              <a:buFont typeface="Anybody"/>
              <a:buNone/>
              <a:defRPr sz="2400" b="1">
                <a:latin typeface="Anybody"/>
                <a:ea typeface="Anybody"/>
                <a:cs typeface="Anybody"/>
                <a:sym typeface="Anybody"/>
              </a:defRPr>
            </a:lvl3pPr>
            <a:lvl4pPr lvl="3" rtl="0">
              <a:lnSpc>
                <a:spcPct val="100000"/>
              </a:lnSpc>
              <a:spcBef>
                <a:spcPts val="0"/>
              </a:spcBef>
              <a:spcAft>
                <a:spcPts val="0"/>
              </a:spcAft>
              <a:buSzPts val="2400"/>
              <a:buFont typeface="Anybody"/>
              <a:buNone/>
              <a:defRPr sz="2400" b="1">
                <a:latin typeface="Anybody"/>
                <a:ea typeface="Anybody"/>
                <a:cs typeface="Anybody"/>
                <a:sym typeface="Anybody"/>
              </a:defRPr>
            </a:lvl4pPr>
            <a:lvl5pPr lvl="4" rtl="0">
              <a:lnSpc>
                <a:spcPct val="100000"/>
              </a:lnSpc>
              <a:spcBef>
                <a:spcPts val="0"/>
              </a:spcBef>
              <a:spcAft>
                <a:spcPts val="0"/>
              </a:spcAft>
              <a:buSzPts val="2400"/>
              <a:buFont typeface="Anybody"/>
              <a:buNone/>
              <a:defRPr sz="2400" b="1">
                <a:latin typeface="Anybody"/>
                <a:ea typeface="Anybody"/>
                <a:cs typeface="Anybody"/>
                <a:sym typeface="Anybody"/>
              </a:defRPr>
            </a:lvl5pPr>
            <a:lvl6pPr lvl="5" rtl="0">
              <a:lnSpc>
                <a:spcPct val="100000"/>
              </a:lnSpc>
              <a:spcBef>
                <a:spcPts val="0"/>
              </a:spcBef>
              <a:spcAft>
                <a:spcPts val="0"/>
              </a:spcAft>
              <a:buSzPts val="2400"/>
              <a:buFont typeface="Anybody"/>
              <a:buNone/>
              <a:defRPr sz="2400" b="1">
                <a:latin typeface="Anybody"/>
                <a:ea typeface="Anybody"/>
                <a:cs typeface="Anybody"/>
                <a:sym typeface="Anybody"/>
              </a:defRPr>
            </a:lvl6pPr>
            <a:lvl7pPr lvl="6" rtl="0">
              <a:lnSpc>
                <a:spcPct val="100000"/>
              </a:lnSpc>
              <a:spcBef>
                <a:spcPts val="0"/>
              </a:spcBef>
              <a:spcAft>
                <a:spcPts val="0"/>
              </a:spcAft>
              <a:buSzPts val="2400"/>
              <a:buFont typeface="Anybody"/>
              <a:buNone/>
              <a:defRPr sz="2400" b="1">
                <a:latin typeface="Anybody"/>
                <a:ea typeface="Anybody"/>
                <a:cs typeface="Anybody"/>
                <a:sym typeface="Anybody"/>
              </a:defRPr>
            </a:lvl7pPr>
            <a:lvl8pPr lvl="7" rtl="0">
              <a:lnSpc>
                <a:spcPct val="100000"/>
              </a:lnSpc>
              <a:spcBef>
                <a:spcPts val="0"/>
              </a:spcBef>
              <a:spcAft>
                <a:spcPts val="0"/>
              </a:spcAft>
              <a:buSzPts val="2400"/>
              <a:buFont typeface="Anybody"/>
              <a:buNone/>
              <a:defRPr sz="2400" b="1">
                <a:latin typeface="Anybody"/>
                <a:ea typeface="Anybody"/>
                <a:cs typeface="Anybody"/>
                <a:sym typeface="Anybody"/>
              </a:defRPr>
            </a:lvl8pPr>
            <a:lvl9pPr lvl="8"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77" name="Google Shape;77;p13"/>
          <p:cNvSpPr txBox="1">
            <a:spLocks noGrp="1"/>
          </p:cNvSpPr>
          <p:nvPr>
            <p:ph type="title" idx="3" hasCustomPrompt="1"/>
          </p:nvPr>
        </p:nvSpPr>
        <p:spPr>
          <a:xfrm>
            <a:off x="3404265" y="2664583"/>
            <a:ext cx="734700" cy="447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Font typeface="Anybody"/>
              <a:buNone/>
              <a:defRPr sz="3000" b="1">
                <a:latin typeface="Anybody"/>
                <a:ea typeface="Anybody"/>
                <a:cs typeface="Anybody"/>
                <a:sym typeface="Anybody"/>
              </a:defRPr>
            </a:lvl2pPr>
            <a:lvl3pPr lvl="2" rtl="0">
              <a:spcBef>
                <a:spcPts val="0"/>
              </a:spcBef>
              <a:spcAft>
                <a:spcPts val="0"/>
              </a:spcAft>
              <a:buSzPts val="3000"/>
              <a:buFont typeface="Anybody"/>
              <a:buNone/>
              <a:defRPr sz="3000" b="1">
                <a:latin typeface="Anybody"/>
                <a:ea typeface="Anybody"/>
                <a:cs typeface="Anybody"/>
                <a:sym typeface="Anybody"/>
              </a:defRPr>
            </a:lvl3pPr>
            <a:lvl4pPr lvl="3" rtl="0">
              <a:spcBef>
                <a:spcPts val="0"/>
              </a:spcBef>
              <a:spcAft>
                <a:spcPts val="0"/>
              </a:spcAft>
              <a:buSzPts val="3000"/>
              <a:buFont typeface="Anybody"/>
              <a:buNone/>
              <a:defRPr sz="3000" b="1">
                <a:latin typeface="Anybody"/>
                <a:ea typeface="Anybody"/>
                <a:cs typeface="Anybody"/>
                <a:sym typeface="Anybody"/>
              </a:defRPr>
            </a:lvl4pPr>
            <a:lvl5pPr lvl="4" rtl="0">
              <a:spcBef>
                <a:spcPts val="0"/>
              </a:spcBef>
              <a:spcAft>
                <a:spcPts val="0"/>
              </a:spcAft>
              <a:buSzPts val="3000"/>
              <a:buFont typeface="Anybody"/>
              <a:buNone/>
              <a:defRPr sz="3000" b="1">
                <a:latin typeface="Anybody"/>
                <a:ea typeface="Anybody"/>
                <a:cs typeface="Anybody"/>
                <a:sym typeface="Anybody"/>
              </a:defRPr>
            </a:lvl5pPr>
            <a:lvl6pPr lvl="5" rtl="0">
              <a:spcBef>
                <a:spcPts val="0"/>
              </a:spcBef>
              <a:spcAft>
                <a:spcPts val="0"/>
              </a:spcAft>
              <a:buSzPts val="3000"/>
              <a:buFont typeface="Anybody"/>
              <a:buNone/>
              <a:defRPr sz="3000" b="1">
                <a:latin typeface="Anybody"/>
                <a:ea typeface="Anybody"/>
                <a:cs typeface="Anybody"/>
                <a:sym typeface="Anybody"/>
              </a:defRPr>
            </a:lvl6pPr>
            <a:lvl7pPr lvl="6" rtl="0">
              <a:spcBef>
                <a:spcPts val="0"/>
              </a:spcBef>
              <a:spcAft>
                <a:spcPts val="0"/>
              </a:spcAft>
              <a:buSzPts val="3000"/>
              <a:buFont typeface="Anybody"/>
              <a:buNone/>
              <a:defRPr sz="3000" b="1">
                <a:latin typeface="Anybody"/>
                <a:ea typeface="Anybody"/>
                <a:cs typeface="Anybody"/>
                <a:sym typeface="Anybody"/>
              </a:defRPr>
            </a:lvl7pPr>
            <a:lvl8pPr lvl="7" rtl="0">
              <a:spcBef>
                <a:spcPts val="0"/>
              </a:spcBef>
              <a:spcAft>
                <a:spcPts val="0"/>
              </a:spcAft>
              <a:buSzPts val="3000"/>
              <a:buFont typeface="Anybody"/>
              <a:buNone/>
              <a:defRPr sz="3000" b="1">
                <a:latin typeface="Anybody"/>
                <a:ea typeface="Anybody"/>
                <a:cs typeface="Anybody"/>
                <a:sym typeface="Anybody"/>
              </a:defRPr>
            </a:lvl8pPr>
            <a:lvl9pPr lvl="8" rtl="0">
              <a:spcBef>
                <a:spcPts val="0"/>
              </a:spcBef>
              <a:spcAft>
                <a:spcPts val="0"/>
              </a:spcAft>
              <a:buSzPts val="3000"/>
              <a:buFont typeface="Anybody"/>
              <a:buNone/>
              <a:defRPr sz="3000" b="1">
                <a:latin typeface="Anybody"/>
                <a:ea typeface="Anybody"/>
                <a:cs typeface="Anybody"/>
                <a:sym typeface="Anybody"/>
              </a:defRPr>
            </a:lvl9pPr>
          </a:lstStyle>
          <a:p>
            <a:r>
              <a:t>xx%</a:t>
            </a:r>
          </a:p>
        </p:txBody>
      </p:sp>
      <p:sp>
        <p:nvSpPr>
          <p:cNvPr id="78" name="Google Shape;78;p13"/>
          <p:cNvSpPr txBox="1">
            <a:spLocks noGrp="1"/>
          </p:cNvSpPr>
          <p:nvPr>
            <p:ph type="subTitle" idx="4"/>
          </p:nvPr>
        </p:nvSpPr>
        <p:spPr>
          <a:xfrm>
            <a:off x="1269163" y="2548175"/>
            <a:ext cx="2058900" cy="680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rtl="0">
              <a:lnSpc>
                <a:spcPct val="100000"/>
              </a:lnSpc>
              <a:spcBef>
                <a:spcPts val="0"/>
              </a:spcBef>
              <a:spcAft>
                <a:spcPts val="0"/>
              </a:spcAft>
              <a:buSzPts val="2400"/>
              <a:buFont typeface="Anybody"/>
              <a:buNone/>
              <a:defRPr sz="2400" b="1">
                <a:latin typeface="Anybody"/>
                <a:ea typeface="Anybody"/>
                <a:cs typeface="Anybody"/>
                <a:sym typeface="Anybody"/>
              </a:defRPr>
            </a:lvl2pPr>
            <a:lvl3pPr lvl="2" rtl="0">
              <a:lnSpc>
                <a:spcPct val="100000"/>
              </a:lnSpc>
              <a:spcBef>
                <a:spcPts val="0"/>
              </a:spcBef>
              <a:spcAft>
                <a:spcPts val="0"/>
              </a:spcAft>
              <a:buSzPts val="2400"/>
              <a:buFont typeface="Anybody"/>
              <a:buNone/>
              <a:defRPr sz="2400" b="1">
                <a:latin typeface="Anybody"/>
                <a:ea typeface="Anybody"/>
                <a:cs typeface="Anybody"/>
                <a:sym typeface="Anybody"/>
              </a:defRPr>
            </a:lvl3pPr>
            <a:lvl4pPr lvl="3" rtl="0">
              <a:lnSpc>
                <a:spcPct val="100000"/>
              </a:lnSpc>
              <a:spcBef>
                <a:spcPts val="0"/>
              </a:spcBef>
              <a:spcAft>
                <a:spcPts val="0"/>
              </a:spcAft>
              <a:buSzPts val="2400"/>
              <a:buFont typeface="Anybody"/>
              <a:buNone/>
              <a:defRPr sz="2400" b="1">
                <a:latin typeface="Anybody"/>
                <a:ea typeface="Anybody"/>
                <a:cs typeface="Anybody"/>
                <a:sym typeface="Anybody"/>
              </a:defRPr>
            </a:lvl4pPr>
            <a:lvl5pPr lvl="4" rtl="0">
              <a:lnSpc>
                <a:spcPct val="100000"/>
              </a:lnSpc>
              <a:spcBef>
                <a:spcPts val="0"/>
              </a:spcBef>
              <a:spcAft>
                <a:spcPts val="0"/>
              </a:spcAft>
              <a:buSzPts val="2400"/>
              <a:buFont typeface="Anybody"/>
              <a:buNone/>
              <a:defRPr sz="2400" b="1">
                <a:latin typeface="Anybody"/>
                <a:ea typeface="Anybody"/>
                <a:cs typeface="Anybody"/>
                <a:sym typeface="Anybody"/>
              </a:defRPr>
            </a:lvl5pPr>
            <a:lvl6pPr lvl="5" rtl="0">
              <a:lnSpc>
                <a:spcPct val="100000"/>
              </a:lnSpc>
              <a:spcBef>
                <a:spcPts val="0"/>
              </a:spcBef>
              <a:spcAft>
                <a:spcPts val="0"/>
              </a:spcAft>
              <a:buSzPts val="2400"/>
              <a:buFont typeface="Anybody"/>
              <a:buNone/>
              <a:defRPr sz="2400" b="1">
                <a:latin typeface="Anybody"/>
                <a:ea typeface="Anybody"/>
                <a:cs typeface="Anybody"/>
                <a:sym typeface="Anybody"/>
              </a:defRPr>
            </a:lvl6pPr>
            <a:lvl7pPr lvl="6" rtl="0">
              <a:lnSpc>
                <a:spcPct val="100000"/>
              </a:lnSpc>
              <a:spcBef>
                <a:spcPts val="0"/>
              </a:spcBef>
              <a:spcAft>
                <a:spcPts val="0"/>
              </a:spcAft>
              <a:buSzPts val="2400"/>
              <a:buFont typeface="Anybody"/>
              <a:buNone/>
              <a:defRPr sz="2400" b="1">
                <a:latin typeface="Anybody"/>
                <a:ea typeface="Anybody"/>
                <a:cs typeface="Anybody"/>
                <a:sym typeface="Anybody"/>
              </a:defRPr>
            </a:lvl7pPr>
            <a:lvl8pPr lvl="7" rtl="0">
              <a:lnSpc>
                <a:spcPct val="100000"/>
              </a:lnSpc>
              <a:spcBef>
                <a:spcPts val="0"/>
              </a:spcBef>
              <a:spcAft>
                <a:spcPts val="0"/>
              </a:spcAft>
              <a:buSzPts val="2400"/>
              <a:buFont typeface="Anybody"/>
              <a:buNone/>
              <a:defRPr sz="2400" b="1">
                <a:latin typeface="Anybody"/>
                <a:ea typeface="Anybody"/>
                <a:cs typeface="Anybody"/>
                <a:sym typeface="Anybody"/>
              </a:defRPr>
            </a:lvl8pPr>
            <a:lvl9pPr lvl="8"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79" name="Google Shape;79;p13"/>
          <p:cNvSpPr txBox="1">
            <a:spLocks noGrp="1"/>
          </p:cNvSpPr>
          <p:nvPr>
            <p:ph type="title" idx="5" hasCustomPrompt="1"/>
          </p:nvPr>
        </p:nvSpPr>
        <p:spPr>
          <a:xfrm>
            <a:off x="3404265" y="3844233"/>
            <a:ext cx="734700" cy="447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Font typeface="Anybody"/>
              <a:buNone/>
              <a:defRPr sz="3000" b="1">
                <a:latin typeface="Anybody"/>
                <a:ea typeface="Anybody"/>
                <a:cs typeface="Anybody"/>
                <a:sym typeface="Anybody"/>
              </a:defRPr>
            </a:lvl2pPr>
            <a:lvl3pPr lvl="2" rtl="0">
              <a:spcBef>
                <a:spcPts val="0"/>
              </a:spcBef>
              <a:spcAft>
                <a:spcPts val="0"/>
              </a:spcAft>
              <a:buSzPts val="3000"/>
              <a:buFont typeface="Anybody"/>
              <a:buNone/>
              <a:defRPr sz="3000" b="1">
                <a:latin typeface="Anybody"/>
                <a:ea typeface="Anybody"/>
                <a:cs typeface="Anybody"/>
                <a:sym typeface="Anybody"/>
              </a:defRPr>
            </a:lvl3pPr>
            <a:lvl4pPr lvl="3" rtl="0">
              <a:spcBef>
                <a:spcPts val="0"/>
              </a:spcBef>
              <a:spcAft>
                <a:spcPts val="0"/>
              </a:spcAft>
              <a:buSzPts val="3000"/>
              <a:buFont typeface="Anybody"/>
              <a:buNone/>
              <a:defRPr sz="3000" b="1">
                <a:latin typeface="Anybody"/>
                <a:ea typeface="Anybody"/>
                <a:cs typeface="Anybody"/>
                <a:sym typeface="Anybody"/>
              </a:defRPr>
            </a:lvl4pPr>
            <a:lvl5pPr lvl="4" rtl="0">
              <a:spcBef>
                <a:spcPts val="0"/>
              </a:spcBef>
              <a:spcAft>
                <a:spcPts val="0"/>
              </a:spcAft>
              <a:buSzPts val="3000"/>
              <a:buFont typeface="Anybody"/>
              <a:buNone/>
              <a:defRPr sz="3000" b="1">
                <a:latin typeface="Anybody"/>
                <a:ea typeface="Anybody"/>
                <a:cs typeface="Anybody"/>
                <a:sym typeface="Anybody"/>
              </a:defRPr>
            </a:lvl5pPr>
            <a:lvl6pPr lvl="5" rtl="0">
              <a:spcBef>
                <a:spcPts val="0"/>
              </a:spcBef>
              <a:spcAft>
                <a:spcPts val="0"/>
              </a:spcAft>
              <a:buSzPts val="3000"/>
              <a:buFont typeface="Anybody"/>
              <a:buNone/>
              <a:defRPr sz="3000" b="1">
                <a:latin typeface="Anybody"/>
                <a:ea typeface="Anybody"/>
                <a:cs typeface="Anybody"/>
                <a:sym typeface="Anybody"/>
              </a:defRPr>
            </a:lvl6pPr>
            <a:lvl7pPr lvl="6" rtl="0">
              <a:spcBef>
                <a:spcPts val="0"/>
              </a:spcBef>
              <a:spcAft>
                <a:spcPts val="0"/>
              </a:spcAft>
              <a:buSzPts val="3000"/>
              <a:buFont typeface="Anybody"/>
              <a:buNone/>
              <a:defRPr sz="3000" b="1">
                <a:latin typeface="Anybody"/>
                <a:ea typeface="Anybody"/>
                <a:cs typeface="Anybody"/>
                <a:sym typeface="Anybody"/>
              </a:defRPr>
            </a:lvl7pPr>
            <a:lvl8pPr lvl="7" rtl="0">
              <a:spcBef>
                <a:spcPts val="0"/>
              </a:spcBef>
              <a:spcAft>
                <a:spcPts val="0"/>
              </a:spcAft>
              <a:buSzPts val="3000"/>
              <a:buFont typeface="Anybody"/>
              <a:buNone/>
              <a:defRPr sz="3000" b="1">
                <a:latin typeface="Anybody"/>
                <a:ea typeface="Anybody"/>
                <a:cs typeface="Anybody"/>
                <a:sym typeface="Anybody"/>
              </a:defRPr>
            </a:lvl8pPr>
            <a:lvl9pPr lvl="8" rtl="0">
              <a:spcBef>
                <a:spcPts val="0"/>
              </a:spcBef>
              <a:spcAft>
                <a:spcPts val="0"/>
              </a:spcAft>
              <a:buSzPts val="3000"/>
              <a:buFont typeface="Anybody"/>
              <a:buNone/>
              <a:defRPr sz="3000" b="1">
                <a:latin typeface="Anybody"/>
                <a:ea typeface="Anybody"/>
                <a:cs typeface="Anybody"/>
                <a:sym typeface="Anybody"/>
              </a:defRPr>
            </a:lvl9pPr>
          </a:lstStyle>
          <a:p>
            <a:r>
              <a:t>xx%</a:t>
            </a:r>
          </a:p>
        </p:txBody>
      </p:sp>
      <p:sp>
        <p:nvSpPr>
          <p:cNvPr id="80" name="Google Shape;80;p13"/>
          <p:cNvSpPr txBox="1">
            <a:spLocks noGrp="1"/>
          </p:cNvSpPr>
          <p:nvPr>
            <p:ph type="subTitle" idx="6"/>
          </p:nvPr>
        </p:nvSpPr>
        <p:spPr>
          <a:xfrm>
            <a:off x="1269163" y="3727825"/>
            <a:ext cx="2058900" cy="680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rtl="0">
              <a:lnSpc>
                <a:spcPct val="100000"/>
              </a:lnSpc>
              <a:spcBef>
                <a:spcPts val="0"/>
              </a:spcBef>
              <a:spcAft>
                <a:spcPts val="0"/>
              </a:spcAft>
              <a:buSzPts val="2400"/>
              <a:buFont typeface="Anybody"/>
              <a:buNone/>
              <a:defRPr sz="2400" b="1">
                <a:latin typeface="Anybody"/>
                <a:ea typeface="Anybody"/>
                <a:cs typeface="Anybody"/>
                <a:sym typeface="Anybody"/>
              </a:defRPr>
            </a:lvl2pPr>
            <a:lvl3pPr lvl="2" rtl="0">
              <a:lnSpc>
                <a:spcPct val="100000"/>
              </a:lnSpc>
              <a:spcBef>
                <a:spcPts val="0"/>
              </a:spcBef>
              <a:spcAft>
                <a:spcPts val="0"/>
              </a:spcAft>
              <a:buSzPts val="2400"/>
              <a:buFont typeface="Anybody"/>
              <a:buNone/>
              <a:defRPr sz="2400" b="1">
                <a:latin typeface="Anybody"/>
                <a:ea typeface="Anybody"/>
                <a:cs typeface="Anybody"/>
                <a:sym typeface="Anybody"/>
              </a:defRPr>
            </a:lvl3pPr>
            <a:lvl4pPr lvl="3" rtl="0">
              <a:lnSpc>
                <a:spcPct val="100000"/>
              </a:lnSpc>
              <a:spcBef>
                <a:spcPts val="0"/>
              </a:spcBef>
              <a:spcAft>
                <a:spcPts val="0"/>
              </a:spcAft>
              <a:buSzPts val="2400"/>
              <a:buFont typeface="Anybody"/>
              <a:buNone/>
              <a:defRPr sz="2400" b="1">
                <a:latin typeface="Anybody"/>
                <a:ea typeface="Anybody"/>
                <a:cs typeface="Anybody"/>
                <a:sym typeface="Anybody"/>
              </a:defRPr>
            </a:lvl4pPr>
            <a:lvl5pPr lvl="4" rtl="0">
              <a:lnSpc>
                <a:spcPct val="100000"/>
              </a:lnSpc>
              <a:spcBef>
                <a:spcPts val="0"/>
              </a:spcBef>
              <a:spcAft>
                <a:spcPts val="0"/>
              </a:spcAft>
              <a:buSzPts val="2400"/>
              <a:buFont typeface="Anybody"/>
              <a:buNone/>
              <a:defRPr sz="2400" b="1">
                <a:latin typeface="Anybody"/>
                <a:ea typeface="Anybody"/>
                <a:cs typeface="Anybody"/>
                <a:sym typeface="Anybody"/>
              </a:defRPr>
            </a:lvl5pPr>
            <a:lvl6pPr lvl="5" rtl="0">
              <a:lnSpc>
                <a:spcPct val="100000"/>
              </a:lnSpc>
              <a:spcBef>
                <a:spcPts val="0"/>
              </a:spcBef>
              <a:spcAft>
                <a:spcPts val="0"/>
              </a:spcAft>
              <a:buSzPts val="2400"/>
              <a:buFont typeface="Anybody"/>
              <a:buNone/>
              <a:defRPr sz="2400" b="1">
                <a:latin typeface="Anybody"/>
                <a:ea typeface="Anybody"/>
                <a:cs typeface="Anybody"/>
                <a:sym typeface="Anybody"/>
              </a:defRPr>
            </a:lvl6pPr>
            <a:lvl7pPr lvl="6" rtl="0">
              <a:lnSpc>
                <a:spcPct val="100000"/>
              </a:lnSpc>
              <a:spcBef>
                <a:spcPts val="0"/>
              </a:spcBef>
              <a:spcAft>
                <a:spcPts val="0"/>
              </a:spcAft>
              <a:buSzPts val="2400"/>
              <a:buFont typeface="Anybody"/>
              <a:buNone/>
              <a:defRPr sz="2400" b="1">
                <a:latin typeface="Anybody"/>
                <a:ea typeface="Anybody"/>
                <a:cs typeface="Anybody"/>
                <a:sym typeface="Anybody"/>
              </a:defRPr>
            </a:lvl7pPr>
            <a:lvl8pPr lvl="7" rtl="0">
              <a:lnSpc>
                <a:spcPct val="100000"/>
              </a:lnSpc>
              <a:spcBef>
                <a:spcPts val="0"/>
              </a:spcBef>
              <a:spcAft>
                <a:spcPts val="0"/>
              </a:spcAft>
              <a:buSzPts val="2400"/>
              <a:buFont typeface="Anybody"/>
              <a:buNone/>
              <a:defRPr sz="2400" b="1">
                <a:latin typeface="Anybody"/>
                <a:ea typeface="Anybody"/>
                <a:cs typeface="Anybody"/>
                <a:sym typeface="Anybody"/>
              </a:defRPr>
            </a:lvl8pPr>
            <a:lvl9pPr lvl="8"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81" name="Google Shape;81;p13"/>
          <p:cNvSpPr txBox="1">
            <a:spLocks noGrp="1"/>
          </p:cNvSpPr>
          <p:nvPr>
            <p:ph type="title" idx="7" hasCustomPrompt="1"/>
          </p:nvPr>
        </p:nvSpPr>
        <p:spPr>
          <a:xfrm>
            <a:off x="5005040" y="1484933"/>
            <a:ext cx="734700" cy="447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Font typeface="Anybody"/>
              <a:buNone/>
              <a:defRPr sz="3000" b="1">
                <a:latin typeface="Anybody"/>
                <a:ea typeface="Anybody"/>
                <a:cs typeface="Anybody"/>
                <a:sym typeface="Anybody"/>
              </a:defRPr>
            </a:lvl2pPr>
            <a:lvl3pPr lvl="2" rtl="0">
              <a:spcBef>
                <a:spcPts val="0"/>
              </a:spcBef>
              <a:spcAft>
                <a:spcPts val="0"/>
              </a:spcAft>
              <a:buSzPts val="3000"/>
              <a:buFont typeface="Anybody"/>
              <a:buNone/>
              <a:defRPr sz="3000" b="1">
                <a:latin typeface="Anybody"/>
                <a:ea typeface="Anybody"/>
                <a:cs typeface="Anybody"/>
                <a:sym typeface="Anybody"/>
              </a:defRPr>
            </a:lvl3pPr>
            <a:lvl4pPr lvl="3" rtl="0">
              <a:spcBef>
                <a:spcPts val="0"/>
              </a:spcBef>
              <a:spcAft>
                <a:spcPts val="0"/>
              </a:spcAft>
              <a:buSzPts val="3000"/>
              <a:buFont typeface="Anybody"/>
              <a:buNone/>
              <a:defRPr sz="3000" b="1">
                <a:latin typeface="Anybody"/>
                <a:ea typeface="Anybody"/>
                <a:cs typeface="Anybody"/>
                <a:sym typeface="Anybody"/>
              </a:defRPr>
            </a:lvl4pPr>
            <a:lvl5pPr lvl="4" rtl="0">
              <a:spcBef>
                <a:spcPts val="0"/>
              </a:spcBef>
              <a:spcAft>
                <a:spcPts val="0"/>
              </a:spcAft>
              <a:buSzPts val="3000"/>
              <a:buFont typeface="Anybody"/>
              <a:buNone/>
              <a:defRPr sz="3000" b="1">
                <a:latin typeface="Anybody"/>
                <a:ea typeface="Anybody"/>
                <a:cs typeface="Anybody"/>
                <a:sym typeface="Anybody"/>
              </a:defRPr>
            </a:lvl5pPr>
            <a:lvl6pPr lvl="5" rtl="0">
              <a:spcBef>
                <a:spcPts val="0"/>
              </a:spcBef>
              <a:spcAft>
                <a:spcPts val="0"/>
              </a:spcAft>
              <a:buSzPts val="3000"/>
              <a:buFont typeface="Anybody"/>
              <a:buNone/>
              <a:defRPr sz="3000" b="1">
                <a:latin typeface="Anybody"/>
                <a:ea typeface="Anybody"/>
                <a:cs typeface="Anybody"/>
                <a:sym typeface="Anybody"/>
              </a:defRPr>
            </a:lvl6pPr>
            <a:lvl7pPr lvl="6" rtl="0">
              <a:spcBef>
                <a:spcPts val="0"/>
              </a:spcBef>
              <a:spcAft>
                <a:spcPts val="0"/>
              </a:spcAft>
              <a:buSzPts val="3000"/>
              <a:buFont typeface="Anybody"/>
              <a:buNone/>
              <a:defRPr sz="3000" b="1">
                <a:latin typeface="Anybody"/>
                <a:ea typeface="Anybody"/>
                <a:cs typeface="Anybody"/>
                <a:sym typeface="Anybody"/>
              </a:defRPr>
            </a:lvl7pPr>
            <a:lvl8pPr lvl="7" rtl="0">
              <a:spcBef>
                <a:spcPts val="0"/>
              </a:spcBef>
              <a:spcAft>
                <a:spcPts val="0"/>
              </a:spcAft>
              <a:buSzPts val="3000"/>
              <a:buFont typeface="Anybody"/>
              <a:buNone/>
              <a:defRPr sz="3000" b="1">
                <a:latin typeface="Anybody"/>
                <a:ea typeface="Anybody"/>
                <a:cs typeface="Anybody"/>
                <a:sym typeface="Anybody"/>
              </a:defRPr>
            </a:lvl8pPr>
            <a:lvl9pPr lvl="8" rtl="0">
              <a:spcBef>
                <a:spcPts val="0"/>
              </a:spcBef>
              <a:spcAft>
                <a:spcPts val="0"/>
              </a:spcAft>
              <a:buSzPts val="3000"/>
              <a:buFont typeface="Anybody"/>
              <a:buNone/>
              <a:defRPr sz="3000" b="1">
                <a:latin typeface="Anybody"/>
                <a:ea typeface="Anybody"/>
                <a:cs typeface="Anybody"/>
                <a:sym typeface="Anybody"/>
              </a:defRPr>
            </a:lvl9pPr>
          </a:lstStyle>
          <a:p>
            <a:r>
              <a:t>xx%</a:t>
            </a:r>
          </a:p>
        </p:txBody>
      </p:sp>
      <p:sp>
        <p:nvSpPr>
          <p:cNvPr id="82" name="Google Shape;82;p13"/>
          <p:cNvSpPr txBox="1">
            <a:spLocks noGrp="1"/>
          </p:cNvSpPr>
          <p:nvPr>
            <p:ph type="subTitle" idx="8"/>
          </p:nvPr>
        </p:nvSpPr>
        <p:spPr>
          <a:xfrm>
            <a:off x="5815938" y="1368525"/>
            <a:ext cx="2058900" cy="680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rtl="0">
              <a:lnSpc>
                <a:spcPct val="100000"/>
              </a:lnSpc>
              <a:spcBef>
                <a:spcPts val="0"/>
              </a:spcBef>
              <a:spcAft>
                <a:spcPts val="0"/>
              </a:spcAft>
              <a:buSzPts val="2400"/>
              <a:buFont typeface="Anybody"/>
              <a:buNone/>
              <a:defRPr sz="2400" b="1">
                <a:latin typeface="Anybody"/>
                <a:ea typeface="Anybody"/>
                <a:cs typeface="Anybody"/>
                <a:sym typeface="Anybody"/>
              </a:defRPr>
            </a:lvl2pPr>
            <a:lvl3pPr lvl="2" rtl="0">
              <a:lnSpc>
                <a:spcPct val="100000"/>
              </a:lnSpc>
              <a:spcBef>
                <a:spcPts val="0"/>
              </a:spcBef>
              <a:spcAft>
                <a:spcPts val="0"/>
              </a:spcAft>
              <a:buSzPts val="2400"/>
              <a:buFont typeface="Anybody"/>
              <a:buNone/>
              <a:defRPr sz="2400" b="1">
                <a:latin typeface="Anybody"/>
                <a:ea typeface="Anybody"/>
                <a:cs typeface="Anybody"/>
                <a:sym typeface="Anybody"/>
              </a:defRPr>
            </a:lvl3pPr>
            <a:lvl4pPr lvl="3" rtl="0">
              <a:lnSpc>
                <a:spcPct val="100000"/>
              </a:lnSpc>
              <a:spcBef>
                <a:spcPts val="0"/>
              </a:spcBef>
              <a:spcAft>
                <a:spcPts val="0"/>
              </a:spcAft>
              <a:buSzPts val="2400"/>
              <a:buFont typeface="Anybody"/>
              <a:buNone/>
              <a:defRPr sz="2400" b="1">
                <a:latin typeface="Anybody"/>
                <a:ea typeface="Anybody"/>
                <a:cs typeface="Anybody"/>
                <a:sym typeface="Anybody"/>
              </a:defRPr>
            </a:lvl4pPr>
            <a:lvl5pPr lvl="4" rtl="0">
              <a:lnSpc>
                <a:spcPct val="100000"/>
              </a:lnSpc>
              <a:spcBef>
                <a:spcPts val="0"/>
              </a:spcBef>
              <a:spcAft>
                <a:spcPts val="0"/>
              </a:spcAft>
              <a:buSzPts val="2400"/>
              <a:buFont typeface="Anybody"/>
              <a:buNone/>
              <a:defRPr sz="2400" b="1">
                <a:latin typeface="Anybody"/>
                <a:ea typeface="Anybody"/>
                <a:cs typeface="Anybody"/>
                <a:sym typeface="Anybody"/>
              </a:defRPr>
            </a:lvl5pPr>
            <a:lvl6pPr lvl="5" rtl="0">
              <a:lnSpc>
                <a:spcPct val="100000"/>
              </a:lnSpc>
              <a:spcBef>
                <a:spcPts val="0"/>
              </a:spcBef>
              <a:spcAft>
                <a:spcPts val="0"/>
              </a:spcAft>
              <a:buSzPts val="2400"/>
              <a:buFont typeface="Anybody"/>
              <a:buNone/>
              <a:defRPr sz="2400" b="1">
                <a:latin typeface="Anybody"/>
                <a:ea typeface="Anybody"/>
                <a:cs typeface="Anybody"/>
                <a:sym typeface="Anybody"/>
              </a:defRPr>
            </a:lvl6pPr>
            <a:lvl7pPr lvl="6" rtl="0">
              <a:lnSpc>
                <a:spcPct val="100000"/>
              </a:lnSpc>
              <a:spcBef>
                <a:spcPts val="0"/>
              </a:spcBef>
              <a:spcAft>
                <a:spcPts val="0"/>
              </a:spcAft>
              <a:buSzPts val="2400"/>
              <a:buFont typeface="Anybody"/>
              <a:buNone/>
              <a:defRPr sz="2400" b="1">
                <a:latin typeface="Anybody"/>
                <a:ea typeface="Anybody"/>
                <a:cs typeface="Anybody"/>
                <a:sym typeface="Anybody"/>
              </a:defRPr>
            </a:lvl7pPr>
            <a:lvl8pPr lvl="7" rtl="0">
              <a:lnSpc>
                <a:spcPct val="100000"/>
              </a:lnSpc>
              <a:spcBef>
                <a:spcPts val="0"/>
              </a:spcBef>
              <a:spcAft>
                <a:spcPts val="0"/>
              </a:spcAft>
              <a:buSzPts val="2400"/>
              <a:buFont typeface="Anybody"/>
              <a:buNone/>
              <a:defRPr sz="2400" b="1">
                <a:latin typeface="Anybody"/>
                <a:ea typeface="Anybody"/>
                <a:cs typeface="Anybody"/>
                <a:sym typeface="Anybody"/>
              </a:defRPr>
            </a:lvl8pPr>
            <a:lvl9pPr lvl="8"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83" name="Google Shape;83;p13"/>
          <p:cNvSpPr txBox="1">
            <a:spLocks noGrp="1"/>
          </p:cNvSpPr>
          <p:nvPr>
            <p:ph type="title" idx="9" hasCustomPrompt="1"/>
          </p:nvPr>
        </p:nvSpPr>
        <p:spPr>
          <a:xfrm>
            <a:off x="5005040" y="2664583"/>
            <a:ext cx="734700" cy="447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Font typeface="Anybody"/>
              <a:buNone/>
              <a:defRPr sz="3000" b="1">
                <a:latin typeface="Anybody"/>
                <a:ea typeface="Anybody"/>
                <a:cs typeface="Anybody"/>
                <a:sym typeface="Anybody"/>
              </a:defRPr>
            </a:lvl2pPr>
            <a:lvl3pPr lvl="2" rtl="0">
              <a:spcBef>
                <a:spcPts val="0"/>
              </a:spcBef>
              <a:spcAft>
                <a:spcPts val="0"/>
              </a:spcAft>
              <a:buSzPts val="3000"/>
              <a:buFont typeface="Anybody"/>
              <a:buNone/>
              <a:defRPr sz="3000" b="1">
                <a:latin typeface="Anybody"/>
                <a:ea typeface="Anybody"/>
                <a:cs typeface="Anybody"/>
                <a:sym typeface="Anybody"/>
              </a:defRPr>
            </a:lvl3pPr>
            <a:lvl4pPr lvl="3" rtl="0">
              <a:spcBef>
                <a:spcPts val="0"/>
              </a:spcBef>
              <a:spcAft>
                <a:spcPts val="0"/>
              </a:spcAft>
              <a:buSzPts val="3000"/>
              <a:buFont typeface="Anybody"/>
              <a:buNone/>
              <a:defRPr sz="3000" b="1">
                <a:latin typeface="Anybody"/>
                <a:ea typeface="Anybody"/>
                <a:cs typeface="Anybody"/>
                <a:sym typeface="Anybody"/>
              </a:defRPr>
            </a:lvl4pPr>
            <a:lvl5pPr lvl="4" rtl="0">
              <a:spcBef>
                <a:spcPts val="0"/>
              </a:spcBef>
              <a:spcAft>
                <a:spcPts val="0"/>
              </a:spcAft>
              <a:buSzPts val="3000"/>
              <a:buFont typeface="Anybody"/>
              <a:buNone/>
              <a:defRPr sz="3000" b="1">
                <a:latin typeface="Anybody"/>
                <a:ea typeface="Anybody"/>
                <a:cs typeface="Anybody"/>
                <a:sym typeface="Anybody"/>
              </a:defRPr>
            </a:lvl5pPr>
            <a:lvl6pPr lvl="5" rtl="0">
              <a:spcBef>
                <a:spcPts val="0"/>
              </a:spcBef>
              <a:spcAft>
                <a:spcPts val="0"/>
              </a:spcAft>
              <a:buSzPts val="3000"/>
              <a:buFont typeface="Anybody"/>
              <a:buNone/>
              <a:defRPr sz="3000" b="1">
                <a:latin typeface="Anybody"/>
                <a:ea typeface="Anybody"/>
                <a:cs typeface="Anybody"/>
                <a:sym typeface="Anybody"/>
              </a:defRPr>
            </a:lvl6pPr>
            <a:lvl7pPr lvl="6" rtl="0">
              <a:spcBef>
                <a:spcPts val="0"/>
              </a:spcBef>
              <a:spcAft>
                <a:spcPts val="0"/>
              </a:spcAft>
              <a:buSzPts val="3000"/>
              <a:buFont typeface="Anybody"/>
              <a:buNone/>
              <a:defRPr sz="3000" b="1">
                <a:latin typeface="Anybody"/>
                <a:ea typeface="Anybody"/>
                <a:cs typeface="Anybody"/>
                <a:sym typeface="Anybody"/>
              </a:defRPr>
            </a:lvl7pPr>
            <a:lvl8pPr lvl="7" rtl="0">
              <a:spcBef>
                <a:spcPts val="0"/>
              </a:spcBef>
              <a:spcAft>
                <a:spcPts val="0"/>
              </a:spcAft>
              <a:buSzPts val="3000"/>
              <a:buFont typeface="Anybody"/>
              <a:buNone/>
              <a:defRPr sz="3000" b="1">
                <a:latin typeface="Anybody"/>
                <a:ea typeface="Anybody"/>
                <a:cs typeface="Anybody"/>
                <a:sym typeface="Anybody"/>
              </a:defRPr>
            </a:lvl8pPr>
            <a:lvl9pPr lvl="8" rtl="0">
              <a:spcBef>
                <a:spcPts val="0"/>
              </a:spcBef>
              <a:spcAft>
                <a:spcPts val="0"/>
              </a:spcAft>
              <a:buSzPts val="3000"/>
              <a:buFont typeface="Anybody"/>
              <a:buNone/>
              <a:defRPr sz="3000" b="1">
                <a:latin typeface="Anybody"/>
                <a:ea typeface="Anybody"/>
                <a:cs typeface="Anybody"/>
                <a:sym typeface="Anybody"/>
              </a:defRPr>
            </a:lvl9pPr>
          </a:lstStyle>
          <a:p>
            <a:r>
              <a:t>xx%</a:t>
            </a:r>
          </a:p>
        </p:txBody>
      </p:sp>
      <p:sp>
        <p:nvSpPr>
          <p:cNvPr id="84" name="Google Shape;84;p13"/>
          <p:cNvSpPr txBox="1">
            <a:spLocks noGrp="1"/>
          </p:cNvSpPr>
          <p:nvPr>
            <p:ph type="subTitle" idx="13"/>
          </p:nvPr>
        </p:nvSpPr>
        <p:spPr>
          <a:xfrm>
            <a:off x="5815938" y="2548175"/>
            <a:ext cx="2058900" cy="680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rtl="0">
              <a:lnSpc>
                <a:spcPct val="100000"/>
              </a:lnSpc>
              <a:spcBef>
                <a:spcPts val="0"/>
              </a:spcBef>
              <a:spcAft>
                <a:spcPts val="0"/>
              </a:spcAft>
              <a:buSzPts val="2400"/>
              <a:buFont typeface="Anybody"/>
              <a:buNone/>
              <a:defRPr sz="2400" b="1">
                <a:latin typeface="Anybody"/>
                <a:ea typeface="Anybody"/>
                <a:cs typeface="Anybody"/>
                <a:sym typeface="Anybody"/>
              </a:defRPr>
            </a:lvl2pPr>
            <a:lvl3pPr lvl="2" rtl="0">
              <a:lnSpc>
                <a:spcPct val="100000"/>
              </a:lnSpc>
              <a:spcBef>
                <a:spcPts val="0"/>
              </a:spcBef>
              <a:spcAft>
                <a:spcPts val="0"/>
              </a:spcAft>
              <a:buSzPts val="2400"/>
              <a:buFont typeface="Anybody"/>
              <a:buNone/>
              <a:defRPr sz="2400" b="1">
                <a:latin typeface="Anybody"/>
                <a:ea typeface="Anybody"/>
                <a:cs typeface="Anybody"/>
                <a:sym typeface="Anybody"/>
              </a:defRPr>
            </a:lvl3pPr>
            <a:lvl4pPr lvl="3" rtl="0">
              <a:lnSpc>
                <a:spcPct val="100000"/>
              </a:lnSpc>
              <a:spcBef>
                <a:spcPts val="0"/>
              </a:spcBef>
              <a:spcAft>
                <a:spcPts val="0"/>
              </a:spcAft>
              <a:buSzPts val="2400"/>
              <a:buFont typeface="Anybody"/>
              <a:buNone/>
              <a:defRPr sz="2400" b="1">
                <a:latin typeface="Anybody"/>
                <a:ea typeface="Anybody"/>
                <a:cs typeface="Anybody"/>
                <a:sym typeface="Anybody"/>
              </a:defRPr>
            </a:lvl4pPr>
            <a:lvl5pPr lvl="4" rtl="0">
              <a:lnSpc>
                <a:spcPct val="100000"/>
              </a:lnSpc>
              <a:spcBef>
                <a:spcPts val="0"/>
              </a:spcBef>
              <a:spcAft>
                <a:spcPts val="0"/>
              </a:spcAft>
              <a:buSzPts val="2400"/>
              <a:buFont typeface="Anybody"/>
              <a:buNone/>
              <a:defRPr sz="2400" b="1">
                <a:latin typeface="Anybody"/>
                <a:ea typeface="Anybody"/>
                <a:cs typeface="Anybody"/>
                <a:sym typeface="Anybody"/>
              </a:defRPr>
            </a:lvl5pPr>
            <a:lvl6pPr lvl="5" rtl="0">
              <a:lnSpc>
                <a:spcPct val="100000"/>
              </a:lnSpc>
              <a:spcBef>
                <a:spcPts val="0"/>
              </a:spcBef>
              <a:spcAft>
                <a:spcPts val="0"/>
              </a:spcAft>
              <a:buSzPts val="2400"/>
              <a:buFont typeface="Anybody"/>
              <a:buNone/>
              <a:defRPr sz="2400" b="1">
                <a:latin typeface="Anybody"/>
                <a:ea typeface="Anybody"/>
                <a:cs typeface="Anybody"/>
                <a:sym typeface="Anybody"/>
              </a:defRPr>
            </a:lvl6pPr>
            <a:lvl7pPr lvl="6" rtl="0">
              <a:lnSpc>
                <a:spcPct val="100000"/>
              </a:lnSpc>
              <a:spcBef>
                <a:spcPts val="0"/>
              </a:spcBef>
              <a:spcAft>
                <a:spcPts val="0"/>
              </a:spcAft>
              <a:buSzPts val="2400"/>
              <a:buFont typeface="Anybody"/>
              <a:buNone/>
              <a:defRPr sz="2400" b="1">
                <a:latin typeface="Anybody"/>
                <a:ea typeface="Anybody"/>
                <a:cs typeface="Anybody"/>
                <a:sym typeface="Anybody"/>
              </a:defRPr>
            </a:lvl7pPr>
            <a:lvl8pPr lvl="7" rtl="0">
              <a:lnSpc>
                <a:spcPct val="100000"/>
              </a:lnSpc>
              <a:spcBef>
                <a:spcPts val="0"/>
              </a:spcBef>
              <a:spcAft>
                <a:spcPts val="0"/>
              </a:spcAft>
              <a:buSzPts val="2400"/>
              <a:buFont typeface="Anybody"/>
              <a:buNone/>
              <a:defRPr sz="2400" b="1">
                <a:latin typeface="Anybody"/>
                <a:ea typeface="Anybody"/>
                <a:cs typeface="Anybody"/>
                <a:sym typeface="Anybody"/>
              </a:defRPr>
            </a:lvl8pPr>
            <a:lvl9pPr lvl="8"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85" name="Google Shape;85;p13"/>
          <p:cNvSpPr txBox="1">
            <a:spLocks noGrp="1"/>
          </p:cNvSpPr>
          <p:nvPr>
            <p:ph type="title" idx="14" hasCustomPrompt="1"/>
          </p:nvPr>
        </p:nvSpPr>
        <p:spPr>
          <a:xfrm>
            <a:off x="5005040" y="3844233"/>
            <a:ext cx="734700" cy="447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Font typeface="Anybody"/>
              <a:buNone/>
              <a:defRPr sz="3000" b="1">
                <a:latin typeface="Anybody"/>
                <a:ea typeface="Anybody"/>
                <a:cs typeface="Anybody"/>
                <a:sym typeface="Anybody"/>
              </a:defRPr>
            </a:lvl2pPr>
            <a:lvl3pPr lvl="2" rtl="0">
              <a:spcBef>
                <a:spcPts val="0"/>
              </a:spcBef>
              <a:spcAft>
                <a:spcPts val="0"/>
              </a:spcAft>
              <a:buSzPts val="3000"/>
              <a:buFont typeface="Anybody"/>
              <a:buNone/>
              <a:defRPr sz="3000" b="1">
                <a:latin typeface="Anybody"/>
                <a:ea typeface="Anybody"/>
                <a:cs typeface="Anybody"/>
                <a:sym typeface="Anybody"/>
              </a:defRPr>
            </a:lvl3pPr>
            <a:lvl4pPr lvl="3" rtl="0">
              <a:spcBef>
                <a:spcPts val="0"/>
              </a:spcBef>
              <a:spcAft>
                <a:spcPts val="0"/>
              </a:spcAft>
              <a:buSzPts val="3000"/>
              <a:buFont typeface="Anybody"/>
              <a:buNone/>
              <a:defRPr sz="3000" b="1">
                <a:latin typeface="Anybody"/>
                <a:ea typeface="Anybody"/>
                <a:cs typeface="Anybody"/>
                <a:sym typeface="Anybody"/>
              </a:defRPr>
            </a:lvl4pPr>
            <a:lvl5pPr lvl="4" rtl="0">
              <a:spcBef>
                <a:spcPts val="0"/>
              </a:spcBef>
              <a:spcAft>
                <a:spcPts val="0"/>
              </a:spcAft>
              <a:buSzPts val="3000"/>
              <a:buFont typeface="Anybody"/>
              <a:buNone/>
              <a:defRPr sz="3000" b="1">
                <a:latin typeface="Anybody"/>
                <a:ea typeface="Anybody"/>
                <a:cs typeface="Anybody"/>
                <a:sym typeface="Anybody"/>
              </a:defRPr>
            </a:lvl5pPr>
            <a:lvl6pPr lvl="5" rtl="0">
              <a:spcBef>
                <a:spcPts val="0"/>
              </a:spcBef>
              <a:spcAft>
                <a:spcPts val="0"/>
              </a:spcAft>
              <a:buSzPts val="3000"/>
              <a:buFont typeface="Anybody"/>
              <a:buNone/>
              <a:defRPr sz="3000" b="1">
                <a:latin typeface="Anybody"/>
                <a:ea typeface="Anybody"/>
                <a:cs typeface="Anybody"/>
                <a:sym typeface="Anybody"/>
              </a:defRPr>
            </a:lvl6pPr>
            <a:lvl7pPr lvl="6" rtl="0">
              <a:spcBef>
                <a:spcPts val="0"/>
              </a:spcBef>
              <a:spcAft>
                <a:spcPts val="0"/>
              </a:spcAft>
              <a:buSzPts val="3000"/>
              <a:buFont typeface="Anybody"/>
              <a:buNone/>
              <a:defRPr sz="3000" b="1">
                <a:latin typeface="Anybody"/>
                <a:ea typeface="Anybody"/>
                <a:cs typeface="Anybody"/>
                <a:sym typeface="Anybody"/>
              </a:defRPr>
            </a:lvl7pPr>
            <a:lvl8pPr lvl="7" rtl="0">
              <a:spcBef>
                <a:spcPts val="0"/>
              </a:spcBef>
              <a:spcAft>
                <a:spcPts val="0"/>
              </a:spcAft>
              <a:buSzPts val="3000"/>
              <a:buFont typeface="Anybody"/>
              <a:buNone/>
              <a:defRPr sz="3000" b="1">
                <a:latin typeface="Anybody"/>
                <a:ea typeface="Anybody"/>
                <a:cs typeface="Anybody"/>
                <a:sym typeface="Anybody"/>
              </a:defRPr>
            </a:lvl8pPr>
            <a:lvl9pPr lvl="8" rtl="0">
              <a:spcBef>
                <a:spcPts val="0"/>
              </a:spcBef>
              <a:spcAft>
                <a:spcPts val="0"/>
              </a:spcAft>
              <a:buSzPts val="3000"/>
              <a:buFont typeface="Anybody"/>
              <a:buNone/>
              <a:defRPr sz="3000" b="1">
                <a:latin typeface="Anybody"/>
                <a:ea typeface="Anybody"/>
                <a:cs typeface="Anybody"/>
                <a:sym typeface="Anybody"/>
              </a:defRPr>
            </a:lvl9pPr>
          </a:lstStyle>
          <a:p>
            <a:r>
              <a:t>xx%</a:t>
            </a:r>
          </a:p>
        </p:txBody>
      </p:sp>
      <p:sp>
        <p:nvSpPr>
          <p:cNvPr id="86" name="Google Shape;86;p13"/>
          <p:cNvSpPr txBox="1">
            <a:spLocks noGrp="1"/>
          </p:cNvSpPr>
          <p:nvPr>
            <p:ph type="subTitle" idx="15"/>
          </p:nvPr>
        </p:nvSpPr>
        <p:spPr>
          <a:xfrm>
            <a:off x="5815938" y="3727825"/>
            <a:ext cx="2058900" cy="680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rtl="0">
              <a:lnSpc>
                <a:spcPct val="100000"/>
              </a:lnSpc>
              <a:spcBef>
                <a:spcPts val="0"/>
              </a:spcBef>
              <a:spcAft>
                <a:spcPts val="0"/>
              </a:spcAft>
              <a:buSzPts val="2400"/>
              <a:buFont typeface="Anybody"/>
              <a:buNone/>
              <a:defRPr sz="2400" b="1">
                <a:latin typeface="Anybody"/>
                <a:ea typeface="Anybody"/>
                <a:cs typeface="Anybody"/>
                <a:sym typeface="Anybody"/>
              </a:defRPr>
            </a:lvl2pPr>
            <a:lvl3pPr lvl="2" rtl="0">
              <a:lnSpc>
                <a:spcPct val="100000"/>
              </a:lnSpc>
              <a:spcBef>
                <a:spcPts val="0"/>
              </a:spcBef>
              <a:spcAft>
                <a:spcPts val="0"/>
              </a:spcAft>
              <a:buSzPts val="2400"/>
              <a:buFont typeface="Anybody"/>
              <a:buNone/>
              <a:defRPr sz="2400" b="1">
                <a:latin typeface="Anybody"/>
                <a:ea typeface="Anybody"/>
                <a:cs typeface="Anybody"/>
                <a:sym typeface="Anybody"/>
              </a:defRPr>
            </a:lvl3pPr>
            <a:lvl4pPr lvl="3" rtl="0">
              <a:lnSpc>
                <a:spcPct val="100000"/>
              </a:lnSpc>
              <a:spcBef>
                <a:spcPts val="0"/>
              </a:spcBef>
              <a:spcAft>
                <a:spcPts val="0"/>
              </a:spcAft>
              <a:buSzPts val="2400"/>
              <a:buFont typeface="Anybody"/>
              <a:buNone/>
              <a:defRPr sz="2400" b="1">
                <a:latin typeface="Anybody"/>
                <a:ea typeface="Anybody"/>
                <a:cs typeface="Anybody"/>
                <a:sym typeface="Anybody"/>
              </a:defRPr>
            </a:lvl4pPr>
            <a:lvl5pPr lvl="4" rtl="0">
              <a:lnSpc>
                <a:spcPct val="100000"/>
              </a:lnSpc>
              <a:spcBef>
                <a:spcPts val="0"/>
              </a:spcBef>
              <a:spcAft>
                <a:spcPts val="0"/>
              </a:spcAft>
              <a:buSzPts val="2400"/>
              <a:buFont typeface="Anybody"/>
              <a:buNone/>
              <a:defRPr sz="2400" b="1">
                <a:latin typeface="Anybody"/>
                <a:ea typeface="Anybody"/>
                <a:cs typeface="Anybody"/>
                <a:sym typeface="Anybody"/>
              </a:defRPr>
            </a:lvl5pPr>
            <a:lvl6pPr lvl="5" rtl="0">
              <a:lnSpc>
                <a:spcPct val="100000"/>
              </a:lnSpc>
              <a:spcBef>
                <a:spcPts val="0"/>
              </a:spcBef>
              <a:spcAft>
                <a:spcPts val="0"/>
              </a:spcAft>
              <a:buSzPts val="2400"/>
              <a:buFont typeface="Anybody"/>
              <a:buNone/>
              <a:defRPr sz="2400" b="1">
                <a:latin typeface="Anybody"/>
                <a:ea typeface="Anybody"/>
                <a:cs typeface="Anybody"/>
                <a:sym typeface="Anybody"/>
              </a:defRPr>
            </a:lvl6pPr>
            <a:lvl7pPr lvl="6" rtl="0">
              <a:lnSpc>
                <a:spcPct val="100000"/>
              </a:lnSpc>
              <a:spcBef>
                <a:spcPts val="0"/>
              </a:spcBef>
              <a:spcAft>
                <a:spcPts val="0"/>
              </a:spcAft>
              <a:buSzPts val="2400"/>
              <a:buFont typeface="Anybody"/>
              <a:buNone/>
              <a:defRPr sz="2400" b="1">
                <a:latin typeface="Anybody"/>
                <a:ea typeface="Anybody"/>
                <a:cs typeface="Anybody"/>
                <a:sym typeface="Anybody"/>
              </a:defRPr>
            </a:lvl7pPr>
            <a:lvl8pPr lvl="7" rtl="0">
              <a:lnSpc>
                <a:spcPct val="100000"/>
              </a:lnSpc>
              <a:spcBef>
                <a:spcPts val="0"/>
              </a:spcBef>
              <a:spcAft>
                <a:spcPts val="0"/>
              </a:spcAft>
              <a:buSzPts val="2400"/>
              <a:buFont typeface="Anybody"/>
              <a:buNone/>
              <a:defRPr sz="2400" b="1">
                <a:latin typeface="Anybody"/>
                <a:ea typeface="Anybody"/>
                <a:cs typeface="Anybody"/>
                <a:sym typeface="Anybody"/>
              </a:defRPr>
            </a:lvl8pPr>
            <a:lvl9pPr lvl="8"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pic>
        <p:nvPicPr>
          <p:cNvPr id="87" name="Google Shape;87;p13"/>
          <p:cNvPicPr preferRelativeResize="0"/>
          <p:nvPr/>
        </p:nvPicPr>
        <p:blipFill>
          <a:blip r:embed="rId3">
            <a:alphaModFix/>
          </a:blip>
          <a:stretch>
            <a:fillRect/>
          </a:stretch>
        </p:blipFill>
        <p:spPr>
          <a:xfrm>
            <a:off x="8750224" y="0"/>
            <a:ext cx="336775" cy="1428751"/>
          </a:xfrm>
          <a:prstGeom prst="rect">
            <a:avLst/>
          </a:prstGeom>
          <a:noFill/>
          <a:ln>
            <a:noFill/>
          </a:ln>
        </p:spPr>
      </p:pic>
      <p:pic>
        <p:nvPicPr>
          <p:cNvPr id="88" name="Google Shape;88;p13"/>
          <p:cNvPicPr preferRelativeResize="0"/>
          <p:nvPr/>
        </p:nvPicPr>
        <p:blipFill>
          <a:blip r:embed="rId4">
            <a:alphaModFix/>
          </a:blip>
          <a:stretch>
            <a:fillRect/>
          </a:stretch>
        </p:blipFill>
        <p:spPr>
          <a:xfrm>
            <a:off x="8852617" y="4294316"/>
            <a:ext cx="503993" cy="509040"/>
          </a:xfrm>
          <a:prstGeom prst="rect">
            <a:avLst/>
          </a:prstGeom>
          <a:noFill/>
          <a:ln>
            <a:noFill/>
          </a:ln>
        </p:spPr>
      </p:pic>
      <p:pic>
        <p:nvPicPr>
          <p:cNvPr id="89" name="Google Shape;89;p13"/>
          <p:cNvPicPr preferRelativeResize="0"/>
          <p:nvPr/>
        </p:nvPicPr>
        <p:blipFill>
          <a:blip r:embed="rId5">
            <a:alphaModFix/>
          </a:blip>
          <a:stretch>
            <a:fillRect/>
          </a:stretch>
        </p:blipFill>
        <p:spPr>
          <a:xfrm>
            <a:off x="-322098" y="1416925"/>
            <a:ext cx="924199" cy="92317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90"/>
        <p:cNvGrpSpPr/>
        <p:nvPr/>
      </p:nvGrpSpPr>
      <p:grpSpPr>
        <a:xfrm>
          <a:off x="0" y="0"/>
          <a:ext cx="0" cy="0"/>
          <a:chOff x="0" y="0"/>
          <a:chExt cx="0" cy="0"/>
        </a:xfrm>
      </p:grpSpPr>
      <p:pic>
        <p:nvPicPr>
          <p:cNvPr id="191" name="Google Shape;191;p27"/>
          <p:cNvPicPr preferRelativeResize="0"/>
          <p:nvPr/>
        </p:nvPicPr>
        <p:blipFill>
          <a:blip r:embed="rId2">
            <a:alphaModFix amt="45000"/>
          </a:blip>
          <a:stretch>
            <a:fillRect/>
          </a:stretch>
        </p:blipFill>
        <p:spPr>
          <a:xfrm>
            <a:off x="0" y="0"/>
            <a:ext cx="9143998" cy="5134694"/>
          </a:xfrm>
          <a:prstGeom prst="rect">
            <a:avLst/>
          </a:prstGeom>
          <a:noFill/>
          <a:ln>
            <a:noFill/>
          </a:ln>
        </p:spPr>
      </p:pic>
      <p:sp>
        <p:nvSpPr>
          <p:cNvPr id="192" name="Google Shape;192;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3" name="Google Shape;193;p27"/>
          <p:cNvSpPr txBox="1">
            <a:spLocks noGrp="1"/>
          </p:cNvSpPr>
          <p:nvPr>
            <p:ph type="subTitle" idx="1"/>
          </p:nvPr>
        </p:nvSpPr>
        <p:spPr>
          <a:xfrm>
            <a:off x="4971103" y="2685550"/>
            <a:ext cx="2409900" cy="91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4" name="Google Shape;194;p27"/>
          <p:cNvSpPr txBox="1">
            <a:spLocks noGrp="1"/>
          </p:cNvSpPr>
          <p:nvPr>
            <p:ph type="subTitle" idx="2"/>
          </p:nvPr>
        </p:nvSpPr>
        <p:spPr>
          <a:xfrm>
            <a:off x="1763225" y="2685550"/>
            <a:ext cx="2409900" cy="91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5" name="Google Shape;195;p27"/>
          <p:cNvSpPr txBox="1">
            <a:spLocks noGrp="1"/>
          </p:cNvSpPr>
          <p:nvPr>
            <p:ph type="subTitle" idx="3"/>
          </p:nvPr>
        </p:nvSpPr>
        <p:spPr>
          <a:xfrm>
            <a:off x="1763225" y="2350150"/>
            <a:ext cx="2409900" cy="41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algn="ctr" rtl="0">
              <a:lnSpc>
                <a:spcPct val="100000"/>
              </a:lnSpc>
              <a:spcBef>
                <a:spcPts val="0"/>
              </a:spcBef>
              <a:spcAft>
                <a:spcPts val="0"/>
              </a:spcAft>
              <a:buSzPts val="2400"/>
              <a:buFont typeface="Anybody"/>
              <a:buNone/>
              <a:defRPr sz="2400" b="1">
                <a:latin typeface="Anybody"/>
                <a:ea typeface="Anybody"/>
                <a:cs typeface="Anybody"/>
                <a:sym typeface="Anybody"/>
              </a:defRPr>
            </a:lvl2pPr>
            <a:lvl3pPr lvl="2" algn="ctr" rtl="0">
              <a:lnSpc>
                <a:spcPct val="100000"/>
              </a:lnSpc>
              <a:spcBef>
                <a:spcPts val="0"/>
              </a:spcBef>
              <a:spcAft>
                <a:spcPts val="0"/>
              </a:spcAft>
              <a:buSzPts val="2400"/>
              <a:buFont typeface="Anybody"/>
              <a:buNone/>
              <a:defRPr sz="2400" b="1">
                <a:latin typeface="Anybody"/>
                <a:ea typeface="Anybody"/>
                <a:cs typeface="Anybody"/>
                <a:sym typeface="Anybody"/>
              </a:defRPr>
            </a:lvl3pPr>
            <a:lvl4pPr lvl="3" algn="ctr" rtl="0">
              <a:lnSpc>
                <a:spcPct val="100000"/>
              </a:lnSpc>
              <a:spcBef>
                <a:spcPts val="0"/>
              </a:spcBef>
              <a:spcAft>
                <a:spcPts val="0"/>
              </a:spcAft>
              <a:buSzPts val="2400"/>
              <a:buFont typeface="Anybody"/>
              <a:buNone/>
              <a:defRPr sz="2400" b="1">
                <a:latin typeface="Anybody"/>
                <a:ea typeface="Anybody"/>
                <a:cs typeface="Anybody"/>
                <a:sym typeface="Anybody"/>
              </a:defRPr>
            </a:lvl4pPr>
            <a:lvl5pPr lvl="4" algn="ctr" rtl="0">
              <a:lnSpc>
                <a:spcPct val="100000"/>
              </a:lnSpc>
              <a:spcBef>
                <a:spcPts val="0"/>
              </a:spcBef>
              <a:spcAft>
                <a:spcPts val="0"/>
              </a:spcAft>
              <a:buSzPts val="2400"/>
              <a:buFont typeface="Anybody"/>
              <a:buNone/>
              <a:defRPr sz="2400" b="1">
                <a:latin typeface="Anybody"/>
                <a:ea typeface="Anybody"/>
                <a:cs typeface="Anybody"/>
                <a:sym typeface="Anybody"/>
              </a:defRPr>
            </a:lvl5pPr>
            <a:lvl6pPr lvl="5" algn="ctr" rtl="0">
              <a:lnSpc>
                <a:spcPct val="100000"/>
              </a:lnSpc>
              <a:spcBef>
                <a:spcPts val="0"/>
              </a:spcBef>
              <a:spcAft>
                <a:spcPts val="0"/>
              </a:spcAft>
              <a:buSzPts val="2400"/>
              <a:buFont typeface="Anybody"/>
              <a:buNone/>
              <a:defRPr sz="2400" b="1">
                <a:latin typeface="Anybody"/>
                <a:ea typeface="Anybody"/>
                <a:cs typeface="Anybody"/>
                <a:sym typeface="Anybody"/>
              </a:defRPr>
            </a:lvl6pPr>
            <a:lvl7pPr lvl="6" algn="ctr" rtl="0">
              <a:lnSpc>
                <a:spcPct val="100000"/>
              </a:lnSpc>
              <a:spcBef>
                <a:spcPts val="0"/>
              </a:spcBef>
              <a:spcAft>
                <a:spcPts val="0"/>
              </a:spcAft>
              <a:buSzPts val="2400"/>
              <a:buFont typeface="Anybody"/>
              <a:buNone/>
              <a:defRPr sz="2400" b="1">
                <a:latin typeface="Anybody"/>
                <a:ea typeface="Anybody"/>
                <a:cs typeface="Anybody"/>
                <a:sym typeface="Anybody"/>
              </a:defRPr>
            </a:lvl7pPr>
            <a:lvl8pPr lvl="7" algn="ctr" rtl="0">
              <a:lnSpc>
                <a:spcPct val="100000"/>
              </a:lnSpc>
              <a:spcBef>
                <a:spcPts val="0"/>
              </a:spcBef>
              <a:spcAft>
                <a:spcPts val="0"/>
              </a:spcAft>
              <a:buSzPts val="2400"/>
              <a:buFont typeface="Anybody"/>
              <a:buNone/>
              <a:defRPr sz="2400" b="1">
                <a:latin typeface="Anybody"/>
                <a:ea typeface="Anybody"/>
                <a:cs typeface="Anybody"/>
                <a:sym typeface="Anybody"/>
              </a:defRPr>
            </a:lvl8pPr>
            <a:lvl9pPr lvl="8" algn="ctr"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196" name="Google Shape;196;p27"/>
          <p:cNvSpPr txBox="1">
            <a:spLocks noGrp="1"/>
          </p:cNvSpPr>
          <p:nvPr>
            <p:ph type="subTitle" idx="4"/>
          </p:nvPr>
        </p:nvSpPr>
        <p:spPr>
          <a:xfrm>
            <a:off x="4971104" y="2350150"/>
            <a:ext cx="2409900" cy="41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algn="ctr" rtl="0">
              <a:lnSpc>
                <a:spcPct val="100000"/>
              </a:lnSpc>
              <a:spcBef>
                <a:spcPts val="0"/>
              </a:spcBef>
              <a:spcAft>
                <a:spcPts val="0"/>
              </a:spcAft>
              <a:buSzPts val="2400"/>
              <a:buFont typeface="Anybody"/>
              <a:buNone/>
              <a:defRPr sz="2400" b="1">
                <a:latin typeface="Anybody"/>
                <a:ea typeface="Anybody"/>
                <a:cs typeface="Anybody"/>
                <a:sym typeface="Anybody"/>
              </a:defRPr>
            </a:lvl2pPr>
            <a:lvl3pPr lvl="2" algn="ctr" rtl="0">
              <a:lnSpc>
                <a:spcPct val="100000"/>
              </a:lnSpc>
              <a:spcBef>
                <a:spcPts val="0"/>
              </a:spcBef>
              <a:spcAft>
                <a:spcPts val="0"/>
              </a:spcAft>
              <a:buSzPts val="2400"/>
              <a:buFont typeface="Anybody"/>
              <a:buNone/>
              <a:defRPr sz="2400" b="1">
                <a:latin typeface="Anybody"/>
                <a:ea typeface="Anybody"/>
                <a:cs typeface="Anybody"/>
                <a:sym typeface="Anybody"/>
              </a:defRPr>
            </a:lvl3pPr>
            <a:lvl4pPr lvl="3" algn="ctr" rtl="0">
              <a:lnSpc>
                <a:spcPct val="100000"/>
              </a:lnSpc>
              <a:spcBef>
                <a:spcPts val="0"/>
              </a:spcBef>
              <a:spcAft>
                <a:spcPts val="0"/>
              </a:spcAft>
              <a:buSzPts val="2400"/>
              <a:buFont typeface="Anybody"/>
              <a:buNone/>
              <a:defRPr sz="2400" b="1">
                <a:latin typeface="Anybody"/>
                <a:ea typeface="Anybody"/>
                <a:cs typeface="Anybody"/>
                <a:sym typeface="Anybody"/>
              </a:defRPr>
            </a:lvl4pPr>
            <a:lvl5pPr lvl="4" algn="ctr" rtl="0">
              <a:lnSpc>
                <a:spcPct val="100000"/>
              </a:lnSpc>
              <a:spcBef>
                <a:spcPts val="0"/>
              </a:spcBef>
              <a:spcAft>
                <a:spcPts val="0"/>
              </a:spcAft>
              <a:buSzPts val="2400"/>
              <a:buFont typeface="Anybody"/>
              <a:buNone/>
              <a:defRPr sz="2400" b="1">
                <a:latin typeface="Anybody"/>
                <a:ea typeface="Anybody"/>
                <a:cs typeface="Anybody"/>
                <a:sym typeface="Anybody"/>
              </a:defRPr>
            </a:lvl5pPr>
            <a:lvl6pPr lvl="5" algn="ctr" rtl="0">
              <a:lnSpc>
                <a:spcPct val="100000"/>
              </a:lnSpc>
              <a:spcBef>
                <a:spcPts val="0"/>
              </a:spcBef>
              <a:spcAft>
                <a:spcPts val="0"/>
              </a:spcAft>
              <a:buSzPts val="2400"/>
              <a:buFont typeface="Anybody"/>
              <a:buNone/>
              <a:defRPr sz="2400" b="1">
                <a:latin typeface="Anybody"/>
                <a:ea typeface="Anybody"/>
                <a:cs typeface="Anybody"/>
                <a:sym typeface="Anybody"/>
              </a:defRPr>
            </a:lvl6pPr>
            <a:lvl7pPr lvl="6" algn="ctr" rtl="0">
              <a:lnSpc>
                <a:spcPct val="100000"/>
              </a:lnSpc>
              <a:spcBef>
                <a:spcPts val="0"/>
              </a:spcBef>
              <a:spcAft>
                <a:spcPts val="0"/>
              </a:spcAft>
              <a:buSzPts val="2400"/>
              <a:buFont typeface="Anybody"/>
              <a:buNone/>
              <a:defRPr sz="2400" b="1">
                <a:latin typeface="Anybody"/>
                <a:ea typeface="Anybody"/>
                <a:cs typeface="Anybody"/>
                <a:sym typeface="Anybody"/>
              </a:defRPr>
            </a:lvl7pPr>
            <a:lvl8pPr lvl="7" algn="ctr" rtl="0">
              <a:lnSpc>
                <a:spcPct val="100000"/>
              </a:lnSpc>
              <a:spcBef>
                <a:spcPts val="0"/>
              </a:spcBef>
              <a:spcAft>
                <a:spcPts val="0"/>
              </a:spcAft>
              <a:buSzPts val="2400"/>
              <a:buFont typeface="Anybody"/>
              <a:buNone/>
              <a:defRPr sz="2400" b="1">
                <a:latin typeface="Anybody"/>
                <a:ea typeface="Anybody"/>
                <a:cs typeface="Anybody"/>
                <a:sym typeface="Anybody"/>
              </a:defRPr>
            </a:lvl8pPr>
            <a:lvl9pPr lvl="8" algn="ctr"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pic>
        <p:nvPicPr>
          <p:cNvPr id="197" name="Google Shape;197;p27"/>
          <p:cNvPicPr preferRelativeResize="0"/>
          <p:nvPr/>
        </p:nvPicPr>
        <p:blipFill>
          <a:blip r:embed="rId3">
            <a:alphaModFix/>
          </a:blip>
          <a:stretch>
            <a:fillRect/>
          </a:stretch>
        </p:blipFill>
        <p:spPr>
          <a:xfrm>
            <a:off x="8747822" y="-108975"/>
            <a:ext cx="396177" cy="16807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98"/>
        <p:cNvGrpSpPr/>
        <p:nvPr/>
      </p:nvGrpSpPr>
      <p:grpSpPr>
        <a:xfrm>
          <a:off x="0" y="0"/>
          <a:ext cx="0" cy="0"/>
          <a:chOff x="0" y="0"/>
          <a:chExt cx="0" cy="0"/>
        </a:xfrm>
      </p:grpSpPr>
      <p:pic>
        <p:nvPicPr>
          <p:cNvPr id="199" name="Google Shape;199;p28"/>
          <p:cNvPicPr preferRelativeResize="0"/>
          <p:nvPr/>
        </p:nvPicPr>
        <p:blipFill>
          <a:blip r:embed="rId2">
            <a:alphaModFix amt="29000"/>
          </a:blip>
          <a:stretch>
            <a:fillRect/>
          </a:stretch>
        </p:blipFill>
        <p:spPr>
          <a:xfrm>
            <a:off x="0" y="-3425"/>
            <a:ext cx="9159683" cy="5143500"/>
          </a:xfrm>
          <a:prstGeom prst="rect">
            <a:avLst/>
          </a:prstGeom>
          <a:noFill/>
          <a:ln>
            <a:noFill/>
          </a:ln>
        </p:spPr>
      </p:pic>
      <p:sp>
        <p:nvSpPr>
          <p:cNvPr id="200" name="Google Shape;200;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1" name="Google Shape;201;p28"/>
          <p:cNvSpPr txBox="1">
            <a:spLocks noGrp="1"/>
          </p:cNvSpPr>
          <p:nvPr>
            <p:ph type="subTitle" idx="1"/>
          </p:nvPr>
        </p:nvSpPr>
        <p:spPr>
          <a:xfrm>
            <a:off x="4994724" y="1790700"/>
            <a:ext cx="2947800" cy="216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2" name="Google Shape;202;p28"/>
          <p:cNvSpPr txBox="1">
            <a:spLocks noGrp="1"/>
          </p:cNvSpPr>
          <p:nvPr>
            <p:ph type="subTitle" idx="2"/>
          </p:nvPr>
        </p:nvSpPr>
        <p:spPr>
          <a:xfrm>
            <a:off x="1220525" y="1790700"/>
            <a:ext cx="2947800" cy="216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203" name="Google Shape;203;p28"/>
          <p:cNvGrpSpPr/>
          <p:nvPr/>
        </p:nvGrpSpPr>
        <p:grpSpPr>
          <a:xfrm>
            <a:off x="-390523" y="-368210"/>
            <a:ext cx="2083700" cy="2388335"/>
            <a:chOff x="-390523" y="-368210"/>
            <a:chExt cx="2083700" cy="2388335"/>
          </a:xfrm>
        </p:grpSpPr>
        <p:pic>
          <p:nvPicPr>
            <p:cNvPr id="204" name="Google Shape;204;p28"/>
            <p:cNvPicPr preferRelativeResize="0"/>
            <p:nvPr/>
          </p:nvPicPr>
          <p:blipFill>
            <a:blip r:embed="rId3">
              <a:alphaModFix/>
            </a:blip>
            <a:stretch>
              <a:fillRect/>
            </a:stretch>
          </p:blipFill>
          <p:spPr>
            <a:xfrm>
              <a:off x="-390523" y="-368210"/>
              <a:ext cx="2083700" cy="1815425"/>
            </a:xfrm>
            <a:prstGeom prst="rect">
              <a:avLst/>
            </a:prstGeom>
            <a:noFill/>
            <a:ln>
              <a:noFill/>
            </a:ln>
          </p:spPr>
        </p:pic>
        <p:pic>
          <p:nvPicPr>
            <p:cNvPr id="205" name="Google Shape;205;p28"/>
            <p:cNvPicPr preferRelativeResize="0"/>
            <p:nvPr/>
          </p:nvPicPr>
          <p:blipFill>
            <a:blip r:embed="rId4">
              <a:alphaModFix/>
            </a:blip>
            <a:stretch>
              <a:fillRect/>
            </a:stretch>
          </p:blipFill>
          <p:spPr>
            <a:xfrm>
              <a:off x="157897" y="339425"/>
              <a:ext cx="396177" cy="1680700"/>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06"/>
        <p:cNvGrpSpPr/>
        <p:nvPr/>
      </p:nvGrpSpPr>
      <p:grpSpPr>
        <a:xfrm>
          <a:off x="0" y="0"/>
          <a:ext cx="0" cy="0"/>
          <a:chOff x="0" y="0"/>
          <a:chExt cx="0" cy="0"/>
        </a:xfrm>
      </p:grpSpPr>
      <p:pic>
        <p:nvPicPr>
          <p:cNvPr id="207" name="Google Shape;207;p29"/>
          <p:cNvPicPr preferRelativeResize="0"/>
          <p:nvPr/>
        </p:nvPicPr>
        <p:blipFill>
          <a:blip r:embed="rId2">
            <a:alphaModFix amt="45000"/>
          </a:blip>
          <a:stretch>
            <a:fillRect/>
          </a:stretch>
        </p:blipFill>
        <p:spPr>
          <a:xfrm>
            <a:off x="-1" y="0"/>
            <a:ext cx="9161425" cy="5143500"/>
          </a:xfrm>
          <a:prstGeom prst="rect">
            <a:avLst/>
          </a:prstGeom>
          <a:noFill/>
          <a:ln>
            <a:noFill/>
          </a:ln>
        </p:spPr>
      </p:pic>
      <p:sp>
        <p:nvSpPr>
          <p:cNvPr id="208" name="Google Shape;208;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9" name="Google Shape;209;p29"/>
          <p:cNvSpPr txBox="1">
            <a:spLocks noGrp="1"/>
          </p:cNvSpPr>
          <p:nvPr>
            <p:ph type="subTitle" idx="1"/>
          </p:nvPr>
        </p:nvSpPr>
        <p:spPr>
          <a:xfrm>
            <a:off x="937625" y="2685550"/>
            <a:ext cx="2175300" cy="70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0" name="Google Shape;210;p29"/>
          <p:cNvSpPr txBox="1">
            <a:spLocks noGrp="1"/>
          </p:cNvSpPr>
          <p:nvPr>
            <p:ph type="subTitle" idx="2"/>
          </p:nvPr>
        </p:nvSpPr>
        <p:spPr>
          <a:xfrm>
            <a:off x="3484347" y="2685550"/>
            <a:ext cx="2175300" cy="70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1" name="Google Shape;211;p29"/>
          <p:cNvSpPr txBox="1">
            <a:spLocks noGrp="1"/>
          </p:cNvSpPr>
          <p:nvPr>
            <p:ph type="subTitle" idx="3"/>
          </p:nvPr>
        </p:nvSpPr>
        <p:spPr>
          <a:xfrm>
            <a:off x="6031075" y="2685550"/>
            <a:ext cx="2175300" cy="70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2" name="Google Shape;212;p29"/>
          <p:cNvSpPr txBox="1">
            <a:spLocks noGrp="1"/>
          </p:cNvSpPr>
          <p:nvPr>
            <p:ph type="subTitle" idx="4"/>
          </p:nvPr>
        </p:nvSpPr>
        <p:spPr>
          <a:xfrm>
            <a:off x="937625" y="2350151"/>
            <a:ext cx="2175300" cy="41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algn="ctr" rtl="0">
              <a:lnSpc>
                <a:spcPct val="100000"/>
              </a:lnSpc>
              <a:spcBef>
                <a:spcPts val="0"/>
              </a:spcBef>
              <a:spcAft>
                <a:spcPts val="0"/>
              </a:spcAft>
              <a:buSzPts val="2400"/>
              <a:buFont typeface="Anybody"/>
              <a:buNone/>
              <a:defRPr sz="2400" b="1">
                <a:latin typeface="Anybody"/>
                <a:ea typeface="Anybody"/>
                <a:cs typeface="Anybody"/>
                <a:sym typeface="Anybody"/>
              </a:defRPr>
            </a:lvl2pPr>
            <a:lvl3pPr lvl="2" algn="ctr" rtl="0">
              <a:lnSpc>
                <a:spcPct val="100000"/>
              </a:lnSpc>
              <a:spcBef>
                <a:spcPts val="0"/>
              </a:spcBef>
              <a:spcAft>
                <a:spcPts val="0"/>
              </a:spcAft>
              <a:buSzPts val="2400"/>
              <a:buFont typeface="Anybody"/>
              <a:buNone/>
              <a:defRPr sz="2400" b="1">
                <a:latin typeface="Anybody"/>
                <a:ea typeface="Anybody"/>
                <a:cs typeface="Anybody"/>
                <a:sym typeface="Anybody"/>
              </a:defRPr>
            </a:lvl3pPr>
            <a:lvl4pPr lvl="3" algn="ctr" rtl="0">
              <a:lnSpc>
                <a:spcPct val="100000"/>
              </a:lnSpc>
              <a:spcBef>
                <a:spcPts val="0"/>
              </a:spcBef>
              <a:spcAft>
                <a:spcPts val="0"/>
              </a:spcAft>
              <a:buSzPts val="2400"/>
              <a:buFont typeface="Anybody"/>
              <a:buNone/>
              <a:defRPr sz="2400" b="1">
                <a:latin typeface="Anybody"/>
                <a:ea typeface="Anybody"/>
                <a:cs typeface="Anybody"/>
                <a:sym typeface="Anybody"/>
              </a:defRPr>
            </a:lvl4pPr>
            <a:lvl5pPr lvl="4" algn="ctr" rtl="0">
              <a:lnSpc>
                <a:spcPct val="100000"/>
              </a:lnSpc>
              <a:spcBef>
                <a:spcPts val="0"/>
              </a:spcBef>
              <a:spcAft>
                <a:spcPts val="0"/>
              </a:spcAft>
              <a:buSzPts val="2400"/>
              <a:buFont typeface="Anybody"/>
              <a:buNone/>
              <a:defRPr sz="2400" b="1">
                <a:latin typeface="Anybody"/>
                <a:ea typeface="Anybody"/>
                <a:cs typeface="Anybody"/>
                <a:sym typeface="Anybody"/>
              </a:defRPr>
            </a:lvl5pPr>
            <a:lvl6pPr lvl="5" algn="ctr" rtl="0">
              <a:lnSpc>
                <a:spcPct val="100000"/>
              </a:lnSpc>
              <a:spcBef>
                <a:spcPts val="0"/>
              </a:spcBef>
              <a:spcAft>
                <a:spcPts val="0"/>
              </a:spcAft>
              <a:buSzPts val="2400"/>
              <a:buFont typeface="Anybody"/>
              <a:buNone/>
              <a:defRPr sz="2400" b="1">
                <a:latin typeface="Anybody"/>
                <a:ea typeface="Anybody"/>
                <a:cs typeface="Anybody"/>
                <a:sym typeface="Anybody"/>
              </a:defRPr>
            </a:lvl6pPr>
            <a:lvl7pPr lvl="6" algn="ctr" rtl="0">
              <a:lnSpc>
                <a:spcPct val="100000"/>
              </a:lnSpc>
              <a:spcBef>
                <a:spcPts val="0"/>
              </a:spcBef>
              <a:spcAft>
                <a:spcPts val="0"/>
              </a:spcAft>
              <a:buSzPts val="2400"/>
              <a:buFont typeface="Anybody"/>
              <a:buNone/>
              <a:defRPr sz="2400" b="1">
                <a:latin typeface="Anybody"/>
                <a:ea typeface="Anybody"/>
                <a:cs typeface="Anybody"/>
                <a:sym typeface="Anybody"/>
              </a:defRPr>
            </a:lvl7pPr>
            <a:lvl8pPr lvl="7" algn="ctr" rtl="0">
              <a:lnSpc>
                <a:spcPct val="100000"/>
              </a:lnSpc>
              <a:spcBef>
                <a:spcPts val="0"/>
              </a:spcBef>
              <a:spcAft>
                <a:spcPts val="0"/>
              </a:spcAft>
              <a:buSzPts val="2400"/>
              <a:buFont typeface="Anybody"/>
              <a:buNone/>
              <a:defRPr sz="2400" b="1">
                <a:latin typeface="Anybody"/>
                <a:ea typeface="Anybody"/>
                <a:cs typeface="Anybody"/>
                <a:sym typeface="Anybody"/>
              </a:defRPr>
            </a:lvl8pPr>
            <a:lvl9pPr lvl="8" algn="ctr"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213" name="Google Shape;213;p29"/>
          <p:cNvSpPr txBox="1">
            <a:spLocks noGrp="1"/>
          </p:cNvSpPr>
          <p:nvPr>
            <p:ph type="subTitle" idx="5"/>
          </p:nvPr>
        </p:nvSpPr>
        <p:spPr>
          <a:xfrm>
            <a:off x="3484350" y="2350151"/>
            <a:ext cx="2175300" cy="41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algn="ctr" rtl="0">
              <a:lnSpc>
                <a:spcPct val="100000"/>
              </a:lnSpc>
              <a:spcBef>
                <a:spcPts val="0"/>
              </a:spcBef>
              <a:spcAft>
                <a:spcPts val="0"/>
              </a:spcAft>
              <a:buSzPts val="2400"/>
              <a:buFont typeface="Anybody"/>
              <a:buNone/>
              <a:defRPr sz="2400" b="1">
                <a:latin typeface="Anybody"/>
                <a:ea typeface="Anybody"/>
                <a:cs typeface="Anybody"/>
                <a:sym typeface="Anybody"/>
              </a:defRPr>
            </a:lvl2pPr>
            <a:lvl3pPr lvl="2" algn="ctr" rtl="0">
              <a:lnSpc>
                <a:spcPct val="100000"/>
              </a:lnSpc>
              <a:spcBef>
                <a:spcPts val="0"/>
              </a:spcBef>
              <a:spcAft>
                <a:spcPts val="0"/>
              </a:spcAft>
              <a:buSzPts val="2400"/>
              <a:buFont typeface="Anybody"/>
              <a:buNone/>
              <a:defRPr sz="2400" b="1">
                <a:latin typeface="Anybody"/>
                <a:ea typeface="Anybody"/>
                <a:cs typeface="Anybody"/>
                <a:sym typeface="Anybody"/>
              </a:defRPr>
            </a:lvl3pPr>
            <a:lvl4pPr lvl="3" algn="ctr" rtl="0">
              <a:lnSpc>
                <a:spcPct val="100000"/>
              </a:lnSpc>
              <a:spcBef>
                <a:spcPts val="0"/>
              </a:spcBef>
              <a:spcAft>
                <a:spcPts val="0"/>
              </a:spcAft>
              <a:buSzPts val="2400"/>
              <a:buFont typeface="Anybody"/>
              <a:buNone/>
              <a:defRPr sz="2400" b="1">
                <a:latin typeface="Anybody"/>
                <a:ea typeface="Anybody"/>
                <a:cs typeface="Anybody"/>
                <a:sym typeface="Anybody"/>
              </a:defRPr>
            </a:lvl4pPr>
            <a:lvl5pPr lvl="4" algn="ctr" rtl="0">
              <a:lnSpc>
                <a:spcPct val="100000"/>
              </a:lnSpc>
              <a:spcBef>
                <a:spcPts val="0"/>
              </a:spcBef>
              <a:spcAft>
                <a:spcPts val="0"/>
              </a:spcAft>
              <a:buSzPts val="2400"/>
              <a:buFont typeface="Anybody"/>
              <a:buNone/>
              <a:defRPr sz="2400" b="1">
                <a:latin typeface="Anybody"/>
                <a:ea typeface="Anybody"/>
                <a:cs typeface="Anybody"/>
                <a:sym typeface="Anybody"/>
              </a:defRPr>
            </a:lvl5pPr>
            <a:lvl6pPr lvl="5" algn="ctr" rtl="0">
              <a:lnSpc>
                <a:spcPct val="100000"/>
              </a:lnSpc>
              <a:spcBef>
                <a:spcPts val="0"/>
              </a:spcBef>
              <a:spcAft>
                <a:spcPts val="0"/>
              </a:spcAft>
              <a:buSzPts val="2400"/>
              <a:buFont typeface="Anybody"/>
              <a:buNone/>
              <a:defRPr sz="2400" b="1">
                <a:latin typeface="Anybody"/>
                <a:ea typeface="Anybody"/>
                <a:cs typeface="Anybody"/>
                <a:sym typeface="Anybody"/>
              </a:defRPr>
            </a:lvl6pPr>
            <a:lvl7pPr lvl="6" algn="ctr" rtl="0">
              <a:lnSpc>
                <a:spcPct val="100000"/>
              </a:lnSpc>
              <a:spcBef>
                <a:spcPts val="0"/>
              </a:spcBef>
              <a:spcAft>
                <a:spcPts val="0"/>
              </a:spcAft>
              <a:buSzPts val="2400"/>
              <a:buFont typeface="Anybody"/>
              <a:buNone/>
              <a:defRPr sz="2400" b="1">
                <a:latin typeface="Anybody"/>
                <a:ea typeface="Anybody"/>
                <a:cs typeface="Anybody"/>
                <a:sym typeface="Anybody"/>
              </a:defRPr>
            </a:lvl7pPr>
            <a:lvl8pPr lvl="7" algn="ctr" rtl="0">
              <a:lnSpc>
                <a:spcPct val="100000"/>
              </a:lnSpc>
              <a:spcBef>
                <a:spcPts val="0"/>
              </a:spcBef>
              <a:spcAft>
                <a:spcPts val="0"/>
              </a:spcAft>
              <a:buSzPts val="2400"/>
              <a:buFont typeface="Anybody"/>
              <a:buNone/>
              <a:defRPr sz="2400" b="1">
                <a:latin typeface="Anybody"/>
                <a:ea typeface="Anybody"/>
                <a:cs typeface="Anybody"/>
                <a:sym typeface="Anybody"/>
              </a:defRPr>
            </a:lvl8pPr>
            <a:lvl9pPr lvl="8" algn="ctr"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214" name="Google Shape;214;p29"/>
          <p:cNvSpPr txBox="1">
            <a:spLocks noGrp="1"/>
          </p:cNvSpPr>
          <p:nvPr>
            <p:ph type="subTitle" idx="6"/>
          </p:nvPr>
        </p:nvSpPr>
        <p:spPr>
          <a:xfrm>
            <a:off x="6031075" y="2350151"/>
            <a:ext cx="2175300" cy="41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algn="ctr" rtl="0">
              <a:lnSpc>
                <a:spcPct val="100000"/>
              </a:lnSpc>
              <a:spcBef>
                <a:spcPts val="0"/>
              </a:spcBef>
              <a:spcAft>
                <a:spcPts val="0"/>
              </a:spcAft>
              <a:buSzPts val="2400"/>
              <a:buFont typeface="Anybody"/>
              <a:buNone/>
              <a:defRPr sz="2400" b="1">
                <a:latin typeface="Anybody"/>
                <a:ea typeface="Anybody"/>
                <a:cs typeface="Anybody"/>
                <a:sym typeface="Anybody"/>
              </a:defRPr>
            </a:lvl2pPr>
            <a:lvl3pPr lvl="2" algn="ctr" rtl="0">
              <a:lnSpc>
                <a:spcPct val="100000"/>
              </a:lnSpc>
              <a:spcBef>
                <a:spcPts val="0"/>
              </a:spcBef>
              <a:spcAft>
                <a:spcPts val="0"/>
              </a:spcAft>
              <a:buSzPts val="2400"/>
              <a:buFont typeface="Anybody"/>
              <a:buNone/>
              <a:defRPr sz="2400" b="1">
                <a:latin typeface="Anybody"/>
                <a:ea typeface="Anybody"/>
                <a:cs typeface="Anybody"/>
                <a:sym typeface="Anybody"/>
              </a:defRPr>
            </a:lvl3pPr>
            <a:lvl4pPr lvl="3" algn="ctr" rtl="0">
              <a:lnSpc>
                <a:spcPct val="100000"/>
              </a:lnSpc>
              <a:spcBef>
                <a:spcPts val="0"/>
              </a:spcBef>
              <a:spcAft>
                <a:spcPts val="0"/>
              </a:spcAft>
              <a:buSzPts val="2400"/>
              <a:buFont typeface="Anybody"/>
              <a:buNone/>
              <a:defRPr sz="2400" b="1">
                <a:latin typeface="Anybody"/>
                <a:ea typeface="Anybody"/>
                <a:cs typeface="Anybody"/>
                <a:sym typeface="Anybody"/>
              </a:defRPr>
            </a:lvl4pPr>
            <a:lvl5pPr lvl="4" algn="ctr" rtl="0">
              <a:lnSpc>
                <a:spcPct val="100000"/>
              </a:lnSpc>
              <a:spcBef>
                <a:spcPts val="0"/>
              </a:spcBef>
              <a:spcAft>
                <a:spcPts val="0"/>
              </a:spcAft>
              <a:buSzPts val="2400"/>
              <a:buFont typeface="Anybody"/>
              <a:buNone/>
              <a:defRPr sz="2400" b="1">
                <a:latin typeface="Anybody"/>
                <a:ea typeface="Anybody"/>
                <a:cs typeface="Anybody"/>
                <a:sym typeface="Anybody"/>
              </a:defRPr>
            </a:lvl5pPr>
            <a:lvl6pPr lvl="5" algn="ctr" rtl="0">
              <a:lnSpc>
                <a:spcPct val="100000"/>
              </a:lnSpc>
              <a:spcBef>
                <a:spcPts val="0"/>
              </a:spcBef>
              <a:spcAft>
                <a:spcPts val="0"/>
              </a:spcAft>
              <a:buSzPts val="2400"/>
              <a:buFont typeface="Anybody"/>
              <a:buNone/>
              <a:defRPr sz="2400" b="1">
                <a:latin typeface="Anybody"/>
                <a:ea typeface="Anybody"/>
                <a:cs typeface="Anybody"/>
                <a:sym typeface="Anybody"/>
              </a:defRPr>
            </a:lvl6pPr>
            <a:lvl7pPr lvl="6" algn="ctr" rtl="0">
              <a:lnSpc>
                <a:spcPct val="100000"/>
              </a:lnSpc>
              <a:spcBef>
                <a:spcPts val="0"/>
              </a:spcBef>
              <a:spcAft>
                <a:spcPts val="0"/>
              </a:spcAft>
              <a:buSzPts val="2400"/>
              <a:buFont typeface="Anybody"/>
              <a:buNone/>
              <a:defRPr sz="2400" b="1">
                <a:latin typeface="Anybody"/>
                <a:ea typeface="Anybody"/>
                <a:cs typeface="Anybody"/>
                <a:sym typeface="Anybody"/>
              </a:defRPr>
            </a:lvl7pPr>
            <a:lvl8pPr lvl="7" algn="ctr" rtl="0">
              <a:lnSpc>
                <a:spcPct val="100000"/>
              </a:lnSpc>
              <a:spcBef>
                <a:spcPts val="0"/>
              </a:spcBef>
              <a:spcAft>
                <a:spcPts val="0"/>
              </a:spcAft>
              <a:buSzPts val="2400"/>
              <a:buFont typeface="Anybody"/>
              <a:buNone/>
              <a:defRPr sz="2400" b="1">
                <a:latin typeface="Anybody"/>
                <a:ea typeface="Anybody"/>
                <a:cs typeface="Anybody"/>
                <a:sym typeface="Anybody"/>
              </a:defRPr>
            </a:lvl8pPr>
            <a:lvl9pPr lvl="8" algn="ctr"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grpSp>
        <p:nvGrpSpPr>
          <p:cNvPr id="215" name="Google Shape;215;p29"/>
          <p:cNvGrpSpPr/>
          <p:nvPr/>
        </p:nvGrpSpPr>
        <p:grpSpPr>
          <a:xfrm>
            <a:off x="-535599" y="3322157"/>
            <a:ext cx="1473222" cy="1909663"/>
            <a:chOff x="-535599" y="3322157"/>
            <a:chExt cx="1473222" cy="1909663"/>
          </a:xfrm>
        </p:grpSpPr>
        <p:pic>
          <p:nvPicPr>
            <p:cNvPr id="216" name="Google Shape;216;p29"/>
            <p:cNvPicPr preferRelativeResize="0"/>
            <p:nvPr/>
          </p:nvPicPr>
          <p:blipFill rotWithShape="1">
            <a:blip r:embed="rId3">
              <a:alphaModFix/>
            </a:blip>
            <a:srcRect l="59731" t="49844" b="-6562"/>
            <a:stretch/>
          </p:blipFill>
          <p:spPr>
            <a:xfrm>
              <a:off x="324225" y="4451601"/>
              <a:ext cx="613399" cy="780220"/>
            </a:xfrm>
            <a:prstGeom prst="rect">
              <a:avLst/>
            </a:prstGeom>
            <a:noFill/>
            <a:ln>
              <a:noFill/>
            </a:ln>
          </p:spPr>
        </p:pic>
        <p:pic>
          <p:nvPicPr>
            <p:cNvPr id="217" name="Google Shape;217;p29"/>
            <p:cNvPicPr preferRelativeResize="0"/>
            <p:nvPr/>
          </p:nvPicPr>
          <p:blipFill rotWithShape="1">
            <a:blip r:embed="rId3">
              <a:alphaModFix amt="27000"/>
            </a:blip>
            <a:srcRect l="59731" t="49844" b="-6562"/>
            <a:stretch/>
          </p:blipFill>
          <p:spPr>
            <a:xfrm rot="1647294">
              <a:off x="-333771" y="3457529"/>
              <a:ext cx="851943" cy="1083630"/>
            </a:xfrm>
            <a:prstGeom prst="rect">
              <a:avLst/>
            </a:prstGeom>
            <a:noFill/>
            <a:ln>
              <a:noFill/>
            </a:ln>
          </p:spPr>
        </p:pic>
      </p:grpSp>
      <p:pic>
        <p:nvPicPr>
          <p:cNvPr id="218" name="Google Shape;218;p29"/>
          <p:cNvPicPr preferRelativeResize="0"/>
          <p:nvPr/>
        </p:nvPicPr>
        <p:blipFill>
          <a:blip r:embed="rId4">
            <a:alphaModFix/>
          </a:blip>
          <a:stretch>
            <a:fillRect/>
          </a:stretch>
        </p:blipFill>
        <p:spPr>
          <a:xfrm>
            <a:off x="3628652" y="4186762"/>
            <a:ext cx="1905726" cy="1660397"/>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19"/>
        <p:cNvGrpSpPr/>
        <p:nvPr/>
      </p:nvGrpSpPr>
      <p:grpSpPr>
        <a:xfrm>
          <a:off x="0" y="0"/>
          <a:ext cx="0" cy="0"/>
          <a:chOff x="0" y="0"/>
          <a:chExt cx="0" cy="0"/>
        </a:xfrm>
      </p:grpSpPr>
      <p:pic>
        <p:nvPicPr>
          <p:cNvPr id="220" name="Google Shape;220;p30"/>
          <p:cNvPicPr preferRelativeResize="0"/>
          <p:nvPr/>
        </p:nvPicPr>
        <p:blipFill>
          <a:blip r:embed="rId2">
            <a:alphaModFix amt="32000"/>
          </a:blip>
          <a:stretch>
            <a:fillRect/>
          </a:stretch>
        </p:blipFill>
        <p:spPr>
          <a:xfrm>
            <a:off x="0" y="-3425"/>
            <a:ext cx="9165780" cy="5146925"/>
          </a:xfrm>
          <a:prstGeom prst="rect">
            <a:avLst/>
          </a:prstGeom>
          <a:noFill/>
          <a:ln>
            <a:noFill/>
          </a:ln>
        </p:spPr>
      </p:pic>
      <p:sp>
        <p:nvSpPr>
          <p:cNvPr id="221" name="Google Shape;221;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2" name="Google Shape;222;p30"/>
          <p:cNvSpPr txBox="1">
            <a:spLocks noGrp="1"/>
          </p:cNvSpPr>
          <p:nvPr>
            <p:ph type="subTitle" idx="1"/>
          </p:nvPr>
        </p:nvSpPr>
        <p:spPr>
          <a:xfrm>
            <a:off x="1466850" y="1845850"/>
            <a:ext cx="2382300" cy="83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3" name="Google Shape;223;p30"/>
          <p:cNvSpPr txBox="1">
            <a:spLocks noGrp="1"/>
          </p:cNvSpPr>
          <p:nvPr>
            <p:ph type="subTitle" idx="2"/>
          </p:nvPr>
        </p:nvSpPr>
        <p:spPr>
          <a:xfrm>
            <a:off x="5304472" y="1845850"/>
            <a:ext cx="2382300" cy="83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4" name="Google Shape;224;p30"/>
          <p:cNvSpPr txBox="1">
            <a:spLocks noGrp="1"/>
          </p:cNvSpPr>
          <p:nvPr>
            <p:ph type="subTitle" idx="3"/>
          </p:nvPr>
        </p:nvSpPr>
        <p:spPr>
          <a:xfrm>
            <a:off x="1466850" y="3450700"/>
            <a:ext cx="2382300" cy="83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5" name="Google Shape;225;p30"/>
          <p:cNvSpPr txBox="1">
            <a:spLocks noGrp="1"/>
          </p:cNvSpPr>
          <p:nvPr>
            <p:ph type="subTitle" idx="4"/>
          </p:nvPr>
        </p:nvSpPr>
        <p:spPr>
          <a:xfrm>
            <a:off x="5304472" y="3450700"/>
            <a:ext cx="2382300" cy="83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6" name="Google Shape;226;p30"/>
          <p:cNvSpPr txBox="1">
            <a:spLocks noGrp="1"/>
          </p:cNvSpPr>
          <p:nvPr>
            <p:ph type="subTitle" idx="5"/>
          </p:nvPr>
        </p:nvSpPr>
        <p:spPr>
          <a:xfrm>
            <a:off x="1466865" y="1510450"/>
            <a:ext cx="2382300" cy="41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algn="ctr" rtl="0">
              <a:lnSpc>
                <a:spcPct val="100000"/>
              </a:lnSpc>
              <a:spcBef>
                <a:spcPts val="0"/>
              </a:spcBef>
              <a:spcAft>
                <a:spcPts val="0"/>
              </a:spcAft>
              <a:buSzPts val="2400"/>
              <a:buFont typeface="Anybody"/>
              <a:buNone/>
              <a:defRPr sz="2400" b="1">
                <a:latin typeface="Anybody"/>
                <a:ea typeface="Anybody"/>
                <a:cs typeface="Anybody"/>
                <a:sym typeface="Anybody"/>
              </a:defRPr>
            </a:lvl2pPr>
            <a:lvl3pPr lvl="2" algn="ctr" rtl="0">
              <a:lnSpc>
                <a:spcPct val="100000"/>
              </a:lnSpc>
              <a:spcBef>
                <a:spcPts val="0"/>
              </a:spcBef>
              <a:spcAft>
                <a:spcPts val="0"/>
              </a:spcAft>
              <a:buSzPts val="2400"/>
              <a:buFont typeface="Anybody"/>
              <a:buNone/>
              <a:defRPr sz="2400" b="1">
                <a:latin typeface="Anybody"/>
                <a:ea typeface="Anybody"/>
                <a:cs typeface="Anybody"/>
                <a:sym typeface="Anybody"/>
              </a:defRPr>
            </a:lvl3pPr>
            <a:lvl4pPr lvl="3" algn="ctr" rtl="0">
              <a:lnSpc>
                <a:spcPct val="100000"/>
              </a:lnSpc>
              <a:spcBef>
                <a:spcPts val="0"/>
              </a:spcBef>
              <a:spcAft>
                <a:spcPts val="0"/>
              </a:spcAft>
              <a:buSzPts val="2400"/>
              <a:buFont typeface="Anybody"/>
              <a:buNone/>
              <a:defRPr sz="2400" b="1">
                <a:latin typeface="Anybody"/>
                <a:ea typeface="Anybody"/>
                <a:cs typeface="Anybody"/>
                <a:sym typeface="Anybody"/>
              </a:defRPr>
            </a:lvl4pPr>
            <a:lvl5pPr lvl="4" algn="ctr" rtl="0">
              <a:lnSpc>
                <a:spcPct val="100000"/>
              </a:lnSpc>
              <a:spcBef>
                <a:spcPts val="0"/>
              </a:spcBef>
              <a:spcAft>
                <a:spcPts val="0"/>
              </a:spcAft>
              <a:buSzPts val="2400"/>
              <a:buFont typeface="Anybody"/>
              <a:buNone/>
              <a:defRPr sz="2400" b="1">
                <a:latin typeface="Anybody"/>
                <a:ea typeface="Anybody"/>
                <a:cs typeface="Anybody"/>
                <a:sym typeface="Anybody"/>
              </a:defRPr>
            </a:lvl5pPr>
            <a:lvl6pPr lvl="5" algn="ctr" rtl="0">
              <a:lnSpc>
                <a:spcPct val="100000"/>
              </a:lnSpc>
              <a:spcBef>
                <a:spcPts val="0"/>
              </a:spcBef>
              <a:spcAft>
                <a:spcPts val="0"/>
              </a:spcAft>
              <a:buSzPts val="2400"/>
              <a:buFont typeface="Anybody"/>
              <a:buNone/>
              <a:defRPr sz="2400" b="1">
                <a:latin typeface="Anybody"/>
                <a:ea typeface="Anybody"/>
                <a:cs typeface="Anybody"/>
                <a:sym typeface="Anybody"/>
              </a:defRPr>
            </a:lvl6pPr>
            <a:lvl7pPr lvl="6" algn="ctr" rtl="0">
              <a:lnSpc>
                <a:spcPct val="100000"/>
              </a:lnSpc>
              <a:spcBef>
                <a:spcPts val="0"/>
              </a:spcBef>
              <a:spcAft>
                <a:spcPts val="0"/>
              </a:spcAft>
              <a:buSzPts val="2400"/>
              <a:buFont typeface="Anybody"/>
              <a:buNone/>
              <a:defRPr sz="2400" b="1">
                <a:latin typeface="Anybody"/>
                <a:ea typeface="Anybody"/>
                <a:cs typeface="Anybody"/>
                <a:sym typeface="Anybody"/>
              </a:defRPr>
            </a:lvl7pPr>
            <a:lvl8pPr lvl="7" algn="ctr" rtl="0">
              <a:lnSpc>
                <a:spcPct val="100000"/>
              </a:lnSpc>
              <a:spcBef>
                <a:spcPts val="0"/>
              </a:spcBef>
              <a:spcAft>
                <a:spcPts val="0"/>
              </a:spcAft>
              <a:buSzPts val="2400"/>
              <a:buFont typeface="Anybody"/>
              <a:buNone/>
              <a:defRPr sz="2400" b="1">
                <a:latin typeface="Anybody"/>
                <a:ea typeface="Anybody"/>
                <a:cs typeface="Anybody"/>
                <a:sym typeface="Anybody"/>
              </a:defRPr>
            </a:lvl8pPr>
            <a:lvl9pPr lvl="8" algn="ctr"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227" name="Google Shape;227;p30"/>
          <p:cNvSpPr txBox="1">
            <a:spLocks noGrp="1"/>
          </p:cNvSpPr>
          <p:nvPr>
            <p:ph type="subTitle" idx="6"/>
          </p:nvPr>
        </p:nvSpPr>
        <p:spPr>
          <a:xfrm>
            <a:off x="1466865" y="3115300"/>
            <a:ext cx="2382300" cy="41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algn="ctr" rtl="0">
              <a:lnSpc>
                <a:spcPct val="100000"/>
              </a:lnSpc>
              <a:spcBef>
                <a:spcPts val="0"/>
              </a:spcBef>
              <a:spcAft>
                <a:spcPts val="0"/>
              </a:spcAft>
              <a:buSzPts val="2400"/>
              <a:buFont typeface="Anybody"/>
              <a:buNone/>
              <a:defRPr sz="2400" b="1">
                <a:latin typeface="Anybody"/>
                <a:ea typeface="Anybody"/>
                <a:cs typeface="Anybody"/>
                <a:sym typeface="Anybody"/>
              </a:defRPr>
            </a:lvl2pPr>
            <a:lvl3pPr lvl="2" algn="ctr" rtl="0">
              <a:lnSpc>
                <a:spcPct val="100000"/>
              </a:lnSpc>
              <a:spcBef>
                <a:spcPts val="0"/>
              </a:spcBef>
              <a:spcAft>
                <a:spcPts val="0"/>
              </a:spcAft>
              <a:buSzPts val="2400"/>
              <a:buFont typeface="Anybody"/>
              <a:buNone/>
              <a:defRPr sz="2400" b="1">
                <a:latin typeface="Anybody"/>
                <a:ea typeface="Anybody"/>
                <a:cs typeface="Anybody"/>
                <a:sym typeface="Anybody"/>
              </a:defRPr>
            </a:lvl3pPr>
            <a:lvl4pPr lvl="3" algn="ctr" rtl="0">
              <a:lnSpc>
                <a:spcPct val="100000"/>
              </a:lnSpc>
              <a:spcBef>
                <a:spcPts val="0"/>
              </a:spcBef>
              <a:spcAft>
                <a:spcPts val="0"/>
              </a:spcAft>
              <a:buSzPts val="2400"/>
              <a:buFont typeface="Anybody"/>
              <a:buNone/>
              <a:defRPr sz="2400" b="1">
                <a:latin typeface="Anybody"/>
                <a:ea typeface="Anybody"/>
                <a:cs typeface="Anybody"/>
                <a:sym typeface="Anybody"/>
              </a:defRPr>
            </a:lvl4pPr>
            <a:lvl5pPr lvl="4" algn="ctr" rtl="0">
              <a:lnSpc>
                <a:spcPct val="100000"/>
              </a:lnSpc>
              <a:spcBef>
                <a:spcPts val="0"/>
              </a:spcBef>
              <a:spcAft>
                <a:spcPts val="0"/>
              </a:spcAft>
              <a:buSzPts val="2400"/>
              <a:buFont typeface="Anybody"/>
              <a:buNone/>
              <a:defRPr sz="2400" b="1">
                <a:latin typeface="Anybody"/>
                <a:ea typeface="Anybody"/>
                <a:cs typeface="Anybody"/>
                <a:sym typeface="Anybody"/>
              </a:defRPr>
            </a:lvl5pPr>
            <a:lvl6pPr lvl="5" algn="ctr" rtl="0">
              <a:lnSpc>
                <a:spcPct val="100000"/>
              </a:lnSpc>
              <a:spcBef>
                <a:spcPts val="0"/>
              </a:spcBef>
              <a:spcAft>
                <a:spcPts val="0"/>
              </a:spcAft>
              <a:buSzPts val="2400"/>
              <a:buFont typeface="Anybody"/>
              <a:buNone/>
              <a:defRPr sz="2400" b="1">
                <a:latin typeface="Anybody"/>
                <a:ea typeface="Anybody"/>
                <a:cs typeface="Anybody"/>
                <a:sym typeface="Anybody"/>
              </a:defRPr>
            </a:lvl6pPr>
            <a:lvl7pPr lvl="6" algn="ctr" rtl="0">
              <a:lnSpc>
                <a:spcPct val="100000"/>
              </a:lnSpc>
              <a:spcBef>
                <a:spcPts val="0"/>
              </a:spcBef>
              <a:spcAft>
                <a:spcPts val="0"/>
              </a:spcAft>
              <a:buSzPts val="2400"/>
              <a:buFont typeface="Anybody"/>
              <a:buNone/>
              <a:defRPr sz="2400" b="1">
                <a:latin typeface="Anybody"/>
                <a:ea typeface="Anybody"/>
                <a:cs typeface="Anybody"/>
                <a:sym typeface="Anybody"/>
              </a:defRPr>
            </a:lvl7pPr>
            <a:lvl8pPr lvl="7" algn="ctr" rtl="0">
              <a:lnSpc>
                <a:spcPct val="100000"/>
              </a:lnSpc>
              <a:spcBef>
                <a:spcPts val="0"/>
              </a:spcBef>
              <a:spcAft>
                <a:spcPts val="0"/>
              </a:spcAft>
              <a:buSzPts val="2400"/>
              <a:buFont typeface="Anybody"/>
              <a:buNone/>
              <a:defRPr sz="2400" b="1">
                <a:latin typeface="Anybody"/>
                <a:ea typeface="Anybody"/>
                <a:cs typeface="Anybody"/>
                <a:sym typeface="Anybody"/>
              </a:defRPr>
            </a:lvl8pPr>
            <a:lvl9pPr lvl="8" algn="ctr"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228" name="Google Shape;228;p30"/>
          <p:cNvSpPr txBox="1">
            <a:spLocks noGrp="1"/>
          </p:cNvSpPr>
          <p:nvPr>
            <p:ph type="subTitle" idx="7"/>
          </p:nvPr>
        </p:nvSpPr>
        <p:spPr>
          <a:xfrm>
            <a:off x="5304477" y="1510450"/>
            <a:ext cx="2382300" cy="41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algn="ctr" rtl="0">
              <a:lnSpc>
                <a:spcPct val="100000"/>
              </a:lnSpc>
              <a:spcBef>
                <a:spcPts val="0"/>
              </a:spcBef>
              <a:spcAft>
                <a:spcPts val="0"/>
              </a:spcAft>
              <a:buSzPts val="2400"/>
              <a:buFont typeface="Anybody"/>
              <a:buNone/>
              <a:defRPr sz="2400" b="1">
                <a:latin typeface="Anybody"/>
                <a:ea typeface="Anybody"/>
                <a:cs typeface="Anybody"/>
                <a:sym typeface="Anybody"/>
              </a:defRPr>
            </a:lvl2pPr>
            <a:lvl3pPr lvl="2" algn="ctr" rtl="0">
              <a:lnSpc>
                <a:spcPct val="100000"/>
              </a:lnSpc>
              <a:spcBef>
                <a:spcPts val="0"/>
              </a:spcBef>
              <a:spcAft>
                <a:spcPts val="0"/>
              </a:spcAft>
              <a:buSzPts val="2400"/>
              <a:buFont typeface="Anybody"/>
              <a:buNone/>
              <a:defRPr sz="2400" b="1">
                <a:latin typeface="Anybody"/>
                <a:ea typeface="Anybody"/>
                <a:cs typeface="Anybody"/>
                <a:sym typeface="Anybody"/>
              </a:defRPr>
            </a:lvl3pPr>
            <a:lvl4pPr lvl="3" algn="ctr" rtl="0">
              <a:lnSpc>
                <a:spcPct val="100000"/>
              </a:lnSpc>
              <a:spcBef>
                <a:spcPts val="0"/>
              </a:spcBef>
              <a:spcAft>
                <a:spcPts val="0"/>
              </a:spcAft>
              <a:buSzPts val="2400"/>
              <a:buFont typeface="Anybody"/>
              <a:buNone/>
              <a:defRPr sz="2400" b="1">
                <a:latin typeface="Anybody"/>
                <a:ea typeface="Anybody"/>
                <a:cs typeface="Anybody"/>
                <a:sym typeface="Anybody"/>
              </a:defRPr>
            </a:lvl4pPr>
            <a:lvl5pPr lvl="4" algn="ctr" rtl="0">
              <a:lnSpc>
                <a:spcPct val="100000"/>
              </a:lnSpc>
              <a:spcBef>
                <a:spcPts val="0"/>
              </a:spcBef>
              <a:spcAft>
                <a:spcPts val="0"/>
              </a:spcAft>
              <a:buSzPts val="2400"/>
              <a:buFont typeface="Anybody"/>
              <a:buNone/>
              <a:defRPr sz="2400" b="1">
                <a:latin typeface="Anybody"/>
                <a:ea typeface="Anybody"/>
                <a:cs typeface="Anybody"/>
                <a:sym typeface="Anybody"/>
              </a:defRPr>
            </a:lvl5pPr>
            <a:lvl6pPr lvl="5" algn="ctr" rtl="0">
              <a:lnSpc>
                <a:spcPct val="100000"/>
              </a:lnSpc>
              <a:spcBef>
                <a:spcPts val="0"/>
              </a:spcBef>
              <a:spcAft>
                <a:spcPts val="0"/>
              </a:spcAft>
              <a:buSzPts val="2400"/>
              <a:buFont typeface="Anybody"/>
              <a:buNone/>
              <a:defRPr sz="2400" b="1">
                <a:latin typeface="Anybody"/>
                <a:ea typeface="Anybody"/>
                <a:cs typeface="Anybody"/>
                <a:sym typeface="Anybody"/>
              </a:defRPr>
            </a:lvl6pPr>
            <a:lvl7pPr lvl="6" algn="ctr" rtl="0">
              <a:lnSpc>
                <a:spcPct val="100000"/>
              </a:lnSpc>
              <a:spcBef>
                <a:spcPts val="0"/>
              </a:spcBef>
              <a:spcAft>
                <a:spcPts val="0"/>
              </a:spcAft>
              <a:buSzPts val="2400"/>
              <a:buFont typeface="Anybody"/>
              <a:buNone/>
              <a:defRPr sz="2400" b="1">
                <a:latin typeface="Anybody"/>
                <a:ea typeface="Anybody"/>
                <a:cs typeface="Anybody"/>
                <a:sym typeface="Anybody"/>
              </a:defRPr>
            </a:lvl7pPr>
            <a:lvl8pPr lvl="7" algn="ctr" rtl="0">
              <a:lnSpc>
                <a:spcPct val="100000"/>
              </a:lnSpc>
              <a:spcBef>
                <a:spcPts val="0"/>
              </a:spcBef>
              <a:spcAft>
                <a:spcPts val="0"/>
              </a:spcAft>
              <a:buSzPts val="2400"/>
              <a:buFont typeface="Anybody"/>
              <a:buNone/>
              <a:defRPr sz="2400" b="1">
                <a:latin typeface="Anybody"/>
                <a:ea typeface="Anybody"/>
                <a:cs typeface="Anybody"/>
                <a:sym typeface="Anybody"/>
              </a:defRPr>
            </a:lvl8pPr>
            <a:lvl9pPr lvl="8" algn="ctr"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sp>
        <p:nvSpPr>
          <p:cNvPr id="229" name="Google Shape;229;p30"/>
          <p:cNvSpPr txBox="1">
            <a:spLocks noGrp="1"/>
          </p:cNvSpPr>
          <p:nvPr>
            <p:ph type="subTitle" idx="8"/>
          </p:nvPr>
        </p:nvSpPr>
        <p:spPr>
          <a:xfrm>
            <a:off x="5304477" y="3115300"/>
            <a:ext cx="2382300" cy="41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ybody"/>
              <a:buNone/>
              <a:defRPr sz="1700" b="1">
                <a:solidFill>
                  <a:schemeClr val="dk1"/>
                </a:solidFill>
                <a:latin typeface="Anybody"/>
                <a:ea typeface="Anybody"/>
                <a:cs typeface="Anybody"/>
                <a:sym typeface="Anybody"/>
              </a:defRPr>
            </a:lvl1pPr>
            <a:lvl2pPr lvl="1" algn="ctr" rtl="0">
              <a:lnSpc>
                <a:spcPct val="100000"/>
              </a:lnSpc>
              <a:spcBef>
                <a:spcPts val="0"/>
              </a:spcBef>
              <a:spcAft>
                <a:spcPts val="0"/>
              </a:spcAft>
              <a:buSzPts val="2400"/>
              <a:buFont typeface="Anybody"/>
              <a:buNone/>
              <a:defRPr sz="2400" b="1">
                <a:latin typeface="Anybody"/>
                <a:ea typeface="Anybody"/>
                <a:cs typeface="Anybody"/>
                <a:sym typeface="Anybody"/>
              </a:defRPr>
            </a:lvl2pPr>
            <a:lvl3pPr lvl="2" algn="ctr" rtl="0">
              <a:lnSpc>
                <a:spcPct val="100000"/>
              </a:lnSpc>
              <a:spcBef>
                <a:spcPts val="0"/>
              </a:spcBef>
              <a:spcAft>
                <a:spcPts val="0"/>
              </a:spcAft>
              <a:buSzPts val="2400"/>
              <a:buFont typeface="Anybody"/>
              <a:buNone/>
              <a:defRPr sz="2400" b="1">
                <a:latin typeface="Anybody"/>
                <a:ea typeface="Anybody"/>
                <a:cs typeface="Anybody"/>
                <a:sym typeface="Anybody"/>
              </a:defRPr>
            </a:lvl3pPr>
            <a:lvl4pPr lvl="3" algn="ctr" rtl="0">
              <a:lnSpc>
                <a:spcPct val="100000"/>
              </a:lnSpc>
              <a:spcBef>
                <a:spcPts val="0"/>
              </a:spcBef>
              <a:spcAft>
                <a:spcPts val="0"/>
              </a:spcAft>
              <a:buSzPts val="2400"/>
              <a:buFont typeface="Anybody"/>
              <a:buNone/>
              <a:defRPr sz="2400" b="1">
                <a:latin typeface="Anybody"/>
                <a:ea typeface="Anybody"/>
                <a:cs typeface="Anybody"/>
                <a:sym typeface="Anybody"/>
              </a:defRPr>
            </a:lvl4pPr>
            <a:lvl5pPr lvl="4" algn="ctr" rtl="0">
              <a:lnSpc>
                <a:spcPct val="100000"/>
              </a:lnSpc>
              <a:spcBef>
                <a:spcPts val="0"/>
              </a:spcBef>
              <a:spcAft>
                <a:spcPts val="0"/>
              </a:spcAft>
              <a:buSzPts val="2400"/>
              <a:buFont typeface="Anybody"/>
              <a:buNone/>
              <a:defRPr sz="2400" b="1">
                <a:latin typeface="Anybody"/>
                <a:ea typeface="Anybody"/>
                <a:cs typeface="Anybody"/>
                <a:sym typeface="Anybody"/>
              </a:defRPr>
            </a:lvl5pPr>
            <a:lvl6pPr lvl="5" algn="ctr" rtl="0">
              <a:lnSpc>
                <a:spcPct val="100000"/>
              </a:lnSpc>
              <a:spcBef>
                <a:spcPts val="0"/>
              </a:spcBef>
              <a:spcAft>
                <a:spcPts val="0"/>
              </a:spcAft>
              <a:buSzPts val="2400"/>
              <a:buFont typeface="Anybody"/>
              <a:buNone/>
              <a:defRPr sz="2400" b="1">
                <a:latin typeface="Anybody"/>
                <a:ea typeface="Anybody"/>
                <a:cs typeface="Anybody"/>
                <a:sym typeface="Anybody"/>
              </a:defRPr>
            </a:lvl6pPr>
            <a:lvl7pPr lvl="6" algn="ctr" rtl="0">
              <a:lnSpc>
                <a:spcPct val="100000"/>
              </a:lnSpc>
              <a:spcBef>
                <a:spcPts val="0"/>
              </a:spcBef>
              <a:spcAft>
                <a:spcPts val="0"/>
              </a:spcAft>
              <a:buSzPts val="2400"/>
              <a:buFont typeface="Anybody"/>
              <a:buNone/>
              <a:defRPr sz="2400" b="1">
                <a:latin typeface="Anybody"/>
                <a:ea typeface="Anybody"/>
                <a:cs typeface="Anybody"/>
                <a:sym typeface="Anybody"/>
              </a:defRPr>
            </a:lvl7pPr>
            <a:lvl8pPr lvl="7" algn="ctr" rtl="0">
              <a:lnSpc>
                <a:spcPct val="100000"/>
              </a:lnSpc>
              <a:spcBef>
                <a:spcPts val="0"/>
              </a:spcBef>
              <a:spcAft>
                <a:spcPts val="0"/>
              </a:spcAft>
              <a:buSzPts val="2400"/>
              <a:buFont typeface="Anybody"/>
              <a:buNone/>
              <a:defRPr sz="2400" b="1">
                <a:latin typeface="Anybody"/>
                <a:ea typeface="Anybody"/>
                <a:cs typeface="Anybody"/>
                <a:sym typeface="Anybody"/>
              </a:defRPr>
            </a:lvl8pPr>
            <a:lvl9pPr lvl="8" algn="ctr" rtl="0">
              <a:lnSpc>
                <a:spcPct val="100000"/>
              </a:lnSpc>
              <a:spcBef>
                <a:spcPts val="0"/>
              </a:spcBef>
              <a:spcAft>
                <a:spcPts val="0"/>
              </a:spcAft>
              <a:buSzPts val="2400"/>
              <a:buFont typeface="Anybody"/>
              <a:buNone/>
              <a:defRPr sz="2400" b="1">
                <a:latin typeface="Anybody"/>
                <a:ea typeface="Anybody"/>
                <a:cs typeface="Anybody"/>
                <a:sym typeface="Anybody"/>
              </a:defRPr>
            </a:lvl9pPr>
          </a:lstStyle>
          <a:p>
            <a:endParaRPr/>
          </a:p>
        </p:txBody>
      </p:sp>
      <p:grpSp>
        <p:nvGrpSpPr>
          <p:cNvPr id="230" name="Google Shape;230;p30"/>
          <p:cNvGrpSpPr/>
          <p:nvPr/>
        </p:nvGrpSpPr>
        <p:grpSpPr>
          <a:xfrm>
            <a:off x="-1771827" y="816475"/>
            <a:ext cx="2491826" cy="3187903"/>
            <a:chOff x="-1771827" y="816475"/>
            <a:chExt cx="2491826" cy="3187903"/>
          </a:xfrm>
        </p:grpSpPr>
        <p:pic>
          <p:nvPicPr>
            <p:cNvPr id="231" name="Google Shape;231;p30"/>
            <p:cNvPicPr preferRelativeResize="0"/>
            <p:nvPr/>
          </p:nvPicPr>
          <p:blipFill>
            <a:blip r:embed="rId3">
              <a:alphaModFix/>
            </a:blip>
            <a:stretch>
              <a:fillRect/>
            </a:stretch>
          </p:blipFill>
          <p:spPr>
            <a:xfrm>
              <a:off x="-1771827" y="1501478"/>
              <a:ext cx="2491826" cy="2502900"/>
            </a:xfrm>
            <a:prstGeom prst="rect">
              <a:avLst/>
            </a:prstGeom>
            <a:noFill/>
            <a:ln>
              <a:noFill/>
            </a:ln>
          </p:spPr>
        </p:pic>
        <p:pic>
          <p:nvPicPr>
            <p:cNvPr id="232" name="Google Shape;232;p30"/>
            <p:cNvPicPr preferRelativeResize="0"/>
            <p:nvPr/>
          </p:nvPicPr>
          <p:blipFill>
            <a:blip r:embed="rId4">
              <a:alphaModFix/>
            </a:blip>
            <a:stretch>
              <a:fillRect/>
            </a:stretch>
          </p:blipFill>
          <p:spPr>
            <a:xfrm>
              <a:off x="317047" y="816475"/>
              <a:ext cx="396177" cy="1680700"/>
            </a:xfrm>
            <a:prstGeom prst="rect">
              <a:avLst/>
            </a:prstGeom>
            <a:noFill/>
            <a:ln>
              <a:noFill/>
            </a:ln>
          </p:spPr>
        </p:pic>
      </p:grpSp>
      <p:pic>
        <p:nvPicPr>
          <p:cNvPr id="233" name="Google Shape;233;p30"/>
          <p:cNvPicPr preferRelativeResize="0"/>
          <p:nvPr/>
        </p:nvPicPr>
        <p:blipFill>
          <a:blip r:embed="rId5">
            <a:alphaModFix/>
          </a:blip>
          <a:stretch>
            <a:fillRect/>
          </a:stretch>
        </p:blipFill>
        <p:spPr>
          <a:xfrm>
            <a:off x="8110332" y="1451024"/>
            <a:ext cx="1517200" cy="1515500"/>
          </a:xfrm>
          <a:prstGeom prst="rect">
            <a:avLst/>
          </a:prstGeom>
          <a:noFill/>
          <a:ln>
            <a:noFill/>
          </a:ln>
        </p:spPr>
      </p:pic>
      <p:pic>
        <p:nvPicPr>
          <p:cNvPr id="234" name="Google Shape;234;p30"/>
          <p:cNvPicPr preferRelativeResize="0"/>
          <p:nvPr/>
        </p:nvPicPr>
        <p:blipFill>
          <a:blip r:embed="rId6">
            <a:alphaModFix/>
          </a:blip>
          <a:stretch>
            <a:fillRect/>
          </a:stretch>
        </p:blipFill>
        <p:spPr>
          <a:xfrm>
            <a:off x="8487924" y="2882298"/>
            <a:ext cx="396176" cy="40014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87"/>
        <p:cNvGrpSpPr/>
        <p:nvPr/>
      </p:nvGrpSpPr>
      <p:grpSpPr>
        <a:xfrm>
          <a:off x="0" y="0"/>
          <a:ext cx="0" cy="0"/>
          <a:chOff x="0" y="0"/>
          <a:chExt cx="0" cy="0"/>
        </a:xfrm>
      </p:grpSpPr>
      <p:pic>
        <p:nvPicPr>
          <p:cNvPr id="288" name="Google Shape;288;p35"/>
          <p:cNvPicPr preferRelativeResize="0"/>
          <p:nvPr/>
        </p:nvPicPr>
        <p:blipFill>
          <a:blip r:embed="rId2">
            <a:alphaModFix/>
          </a:blip>
          <a:stretch>
            <a:fillRect/>
          </a:stretch>
        </p:blipFill>
        <p:spPr>
          <a:xfrm>
            <a:off x="-36450" y="0"/>
            <a:ext cx="9197874" cy="5143500"/>
          </a:xfrm>
          <a:prstGeom prst="rect">
            <a:avLst/>
          </a:prstGeom>
          <a:noFill/>
          <a:ln>
            <a:noFill/>
          </a:ln>
        </p:spPr>
      </p:pic>
      <p:sp>
        <p:nvSpPr>
          <p:cNvPr id="289" name="Google Shape;289;p35"/>
          <p:cNvSpPr/>
          <p:nvPr/>
        </p:nvSpPr>
        <p:spPr>
          <a:xfrm>
            <a:off x="211488" y="220200"/>
            <a:ext cx="8721000" cy="4703100"/>
          </a:xfrm>
          <a:prstGeom prst="snip1Rect">
            <a:avLst>
              <a:gd name="adj"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accent2"/>
        </a:solidFill>
        <a:effectLst/>
      </p:bgPr>
    </p:bg>
    <p:spTree>
      <p:nvGrpSpPr>
        <p:cNvPr id="1" name="Shape 290"/>
        <p:cNvGrpSpPr/>
        <p:nvPr/>
      </p:nvGrpSpPr>
      <p:grpSpPr>
        <a:xfrm>
          <a:off x="0" y="0"/>
          <a:ext cx="0" cy="0"/>
          <a:chOff x="0" y="0"/>
          <a:chExt cx="0" cy="0"/>
        </a:xfrm>
      </p:grpSpPr>
      <p:sp>
        <p:nvSpPr>
          <p:cNvPr id="291" name="Google Shape;291;p36"/>
          <p:cNvSpPr/>
          <p:nvPr/>
        </p:nvSpPr>
        <p:spPr>
          <a:xfrm>
            <a:off x="211488" y="220200"/>
            <a:ext cx="8721000" cy="4703100"/>
          </a:xfrm>
          <a:prstGeom prst="snip1Rect">
            <a:avLst>
              <a:gd name="adj" fmla="val 5891"/>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800"/>
              <a:buFont typeface="Anybody"/>
              <a:buNone/>
              <a:defRPr sz="2800" b="1">
                <a:solidFill>
                  <a:schemeClr val="dk1"/>
                </a:solidFill>
                <a:latin typeface="Anybody"/>
                <a:ea typeface="Anybody"/>
                <a:cs typeface="Anybody"/>
                <a:sym typeface="Anybody"/>
              </a:defRPr>
            </a:lvl1pPr>
            <a:lvl2pPr lvl="1" rtl="0">
              <a:spcBef>
                <a:spcPts val="0"/>
              </a:spcBef>
              <a:spcAft>
                <a:spcPts val="0"/>
              </a:spcAft>
              <a:buClr>
                <a:schemeClr val="dk1"/>
              </a:buClr>
              <a:buSzPts val="2800"/>
              <a:buFont typeface="Anybody"/>
              <a:buNone/>
              <a:defRPr sz="2800">
                <a:solidFill>
                  <a:schemeClr val="dk1"/>
                </a:solidFill>
                <a:latin typeface="Anybody"/>
                <a:ea typeface="Anybody"/>
                <a:cs typeface="Anybody"/>
                <a:sym typeface="Anybody"/>
              </a:defRPr>
            </a:lvl2pPr>
            <a:lvl3pPr lvl="2" rtl="0">
              <a:spcBef>
                <a:spcPts val="0"/>
              </a:spcBef>
              <a:spcAft>
                <a:spcPts val="0"/>
              </a:spcAft>
              <a:buClr>
                <a:schemeClr val="dk1"/>
              </a:buClr>
              <a:buSzPts val="2800"/>
              <a:buFont typeface="Anybody"/>
              <a:buNone/>
              <a:defRPr sz="2800">
                <a:solidFill>
                  <a:schemeClr val="dk1"/>
                </a:solidFill>
                <a:latin typeface="Anybody"/>
                <a:ea typeface="Anybody"/>
                <a:cs typeface="Anybody"/>
                <a:sym typeface="Anybody"/>
              </a:defRPr>
            </a:lvl3pPr>
            <a:lvl4pPr lvl="3" rtl="0">
              <a:spcBef>
                <a:spcPts val="0"/>
              </a:spcBef>
              <a:spcAft>
                <a:spcPts val="0"/>
              </a:spcAft>
              <a:buClr>
                <a:schemeClr val="dk1"/>
              </a:buClr>
              <a:buSzPts val="2800"/>
              <a:buFont typeface="Anybody"/>
              <a:buNone/>
              <a:defRPr sz="2800">
                <a:solidFill>
                  <a:schemeClr val="dk1"/>
                </a:solidFill>
                <a:latin typeface="Anybody"/>
                <a:ea typeface="Anybody"/>
                <a:cs typeface="Anybody"/>
                <a:sym typeface="Anybody"/>
              </a:defRPr>
            </a:lvl4pPr>
            <a:lvl5pPr lvl="4" rtl="0">
              <a:spcBef>
                <a:spcPts val="0"/>
              </a:spcBef>
              <a:spcAft>
                <a:spcPts val="0"/>
              </a:spcAft>
              <a:buClr>
                <a:schemeClr val="dk1"/>
              </a:buClr>
              <a:buSzPts val="2800"/>
              <a:buFont typeface="Anybody"/>
              <a:buNone/>
              <a:defRPr sz="2800">
                <a:solidFill>
                  <a:schemeClr val="dk1"/>
                </a:solidFill>
                <a:latin typeface="Anybody"/>
                <a:ea typeface="Anybody"/>
                <a:cs typeface="Anybody"/>
                <a:sym typeface="Anybody"/>
              </a:defRPr>
            </a:lvl5pPr>
            <a:lvl6pPr lvl="5" rtl="0">
              <a:spcBef>
                <a:spcPts val="0"/>
              </a:spcBef>
              <a:spcAft>
                <a:spcPts val="0"/>
              </a:spcAft>
              <a:buClr>
                <a:schemeClr val="dk1"/>
              </a:buClr>
              <a:buSzPts val="2800"/>
              <a:buFont typeface="Anybody"/>
              <a:buNone/>
              <a:defRPr sz="2800">
                <a:solidFill>
                  <a:schemeClr val="dk1"/>
                </a:solidFill>
                <a:latin typeface="Anybody"/>
                <a:ea typeface="Anybody"/>
                <a:cs typeface="Anybody"/>
                <a:sym typeface="Anybody"/>
              </a:defRPr>
            </a:lvl6pPr>
            <a:lvl7pPr lvl="6" rtl="0">
              <a:spcBef>
                <a:spcPts val="0"/>
              </a:spcBef>
              <a:spcAft>
                <a:spcPts val="0"/>
              </a:spcAft>
              <a:buClr>
                <a:schemeClr val="dk1"/>
              </a:buClr>
              <a:buSzPts val="2800"/>
              <a:buFont typeface="Anybody"/>
              <a:buNone/>
              <a:defRPr sz="2800">
                <a:solidFill>
                  <a:schemeClr val="dk1"/>
                </a:solidFill>
                <a:latin typeface="Anybody"/>
                <a:ea typeface="Anybody"/>
                <a:cs typeface="Anybody"/>
                <a:sym typeface="Anybody"/>
              </a:defRPr>
            </a:lvl7pPr>
            <a:lvl8pPr lvl="7" rtl="0">
              <a:spcBef>
                <a:spcPts val="0"/>
              </a:spcBef>
              <a:spcAft>
                <a:spcPts val="0"/>
              </a:spcAft>
              <a:buClr>
                <a:schemeClr val="dk1"/>
              </a:buClr>
              <a:buSzPts val="2800"/>
              <a:buFont typeface="Anybody"/>
              <a:buNone/>
              <a:defRPr sz="2800">
                <a:solidFill>
                  <a:schemeClr val="dk1"/>
                </a:solidFill>
                <a:latin typeface="Anybody"/>
                <a:ea typeface="Anybody"/>
                <a:cs typeface="Anybody"/>
                <a:sym typeface="Anybody"/>
              </a:defRPr>
            </a:lvl8pPr>
            <a:lvl9pPr lvl="8" rtl="0">
              <a:spcBef>
                <a:spcPts val="0"/>
              </a:spcBef>
              <a:spcAft>
                <a:spcPts val="0"/>
              </a:spcAft>
              <a:buClr>
                <a:schemeClr val="dk1"/>
              </a:buClr>
              <a:buSzPts val="2800"/>
              <a:buFont typeface="Anybody"/>
              <a:buNone/>
              <a:defRPr sz="2800">
                <a:solidFill>
                  <a:schemeClr val="dk1"/>
                </a:solidFill>
                <a:latin typeface="Anybody"/>
                <a:ea typeface="Anybody"/>
                <a:cs typeface="Anybody"/>
                <a:sym typeface="Anybod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5" r:id="rId6"/>
    <p:sldLayoutId id="2147483658" r:id="rId7"/>
    <p:sldLayoutId id="2147483659" r:id="rId8"/>
    <p:sldLayoutId id="2147483673" r:id="rId9"/>
    <p:sldLayoutId id="2147483674" r:id="rId10"/>
    <p:sldLayoutId id="2147483675" r:id="rId11"/>
    <p:sldLayoutId id="2147483676" r:id="rId12"/>
    <p:sldLayoutId id="2147483681" r:id="rId13"/>
    <p:sldLayoutId id="214748368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0"/>
          <p:cNvSpPr txBox="1">
            <a:spLocks noGrp="1"/>
          </p:cNvSpPr>
          <p:nvPr>
            <p:ph type="ctrTitle"/>
          </p:nvPr>
        </p:nvSpPr>
        <p:spPr>
          <a:xfrm>
            <a:off x="757422" y="611099"/>
            <a:ext cx="3701400" cy="249987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STOCK MARKET ANALYSIS</a:t>
            </a:r>
            <a:endParaRPr dirty="0"/>
          </a:p>
        </p:txBody>
      </p:sp>
      <p:sp>
        <p:nvSpPr>
          <p:cNvPr id="303" name="Google Shape;303;p40"/>
          <p:cNvSpPr txBox="1">
            <a:spLocks noGrp="1"/>
          </p:cNvSpPr>
          <p:nvPr>
            <p:ph type="subTitle" idx="1"/>
          </p:nvPr>
        </p:nvSpPr>
        <p:spPr>
          <a:xfrm>
            <a:off x="755481" y="2937911"/>
            <a:ext cx="3701400" cy="7224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500 COMPANIES LISTED IN STOCK MARKET WHOSE MARKET CAPITAL IS LESS THAN 500 CRORE</a:t>
            </a:r>
            <a:endParaRPr dirty="0"/>
          </a:p>
        </p:txBody>
      </p:sp>
      <p:cxnSp>
        <p:nvCxnSpPr>
          <p:cNvPr id="304" name="Google Shape;304;p40"/>
          <p:cNvCxnSpPr/>
          <p:nvPr/>
        </p:nvCxnSpPr>
        <p:spPr>
          <a:xfrm>
            <a:off x="798425" y="3702450"/>
            <a:ext cx="3701400" cy="0"/>
          </a:xfrm>
          <a:prstGeom prst="straightConnector1">
            <a:avLst/>
          </a:prstGeom>
          <a:noFill/>
          <a:ln w="9525" cap="flat" cmpd="sng">
            <a:solidFill>
              <a:schemeClr val="dk1"/>
            </a:solidFill>
            <a:prstDash val="solid"/>
            <a:round/>
            <a:headEnd type="none" w="med" len="med"/>
            <a:tailEnd type="oval" w="med" len="med"/>
          </a:ln>
        </p:spPr>
      </p:cxnSp>
      <p:grpSp>
        <p:nvGrpSpPr>
          <p:cNvPr id="305" name="Google Shape;305;p40"/>
          <p:cNvGrpSpPr/>
          <p:nvPr/>
        </p:nvGrpSpPr>
        <p:grpSpPr>
          <a:xfrm>
            <a:off x="4571994" y="5510522"/>
            <a:ext cx="3230766" cy="1716779"/>
            <a:chOff x="713225" y="1361100"/>
            <a:chExt cx="4264474" cy="2610674"/>
          </a:xfrm>
        </p:grpSpPr>
        <p:pic>
          <p:nvPicPr>
            <p:cNvPr id="306" name="Google Shape;306;p40"/>
            <p:cNvPicPr preferRelativeResize="0"/>
            <p:nvPr/>
          </p:nvPicPr>
          <p:blipFill>
            <a:blip r:embed="rId3">
              <a:alphaModFix amt="66000"/>
            </a:blip>
            <a:stretch>
              <a:fillRect/>
            </a:stretch>
          </p:blipFill>
          <p:spPr>
            <a:xfrm>
              <a:off x="788199" y="2154948"/>
              <a:ext cx="1670598" cy="1668746"/>
            </a:xfrm>
            <a:prstGeom prst="rect">
              <a:avLst/>
            </a:prstGeom>
            <a:noFill/>
            <a:ln>
              <a:noFill/>
            </a:ln>
          </p:spPr>
        </p:pic>
        <p:pic>
          <p:nvPicPr>
            <p:cNvPr id="307" name="Google Shape;307;p40"/>
            <p:cNvPicPr preferRelativeResize="0"/>
            <p:nvPr/>
          </p:nvPicPr>
          <p:blipFill>
            <a:blip r:embed="rId4">
              <a:alphaModFix amt="66000"/>
            </a:blip>
            <a:stretch>
              <a:fillRect/>
            </a:stretch>
          </p:blipFill>
          <p:spPr>
            <a:xfrm>
              <a:off x="2554226" y="1361100"/>
              <a:ext cx="2423473" cy="2462595"/>
            </a:xfrm>
            <a:prstGeom prst="rect">
              <a:avLst/>
            </a:prstGeom>
            <a:noFill/>
            <a:ln>
              <a:noFill/>
            </a:ln>
          </p:spPr>
        </p:pic>
        <p:pic>
          <p:nvPicPr>
            <p:cNvPr id="308" name="Google Shape;308;p40"/>
            <p:cNvPicPr preferRelativeResize="0"/>
            <p:nvPr/>
          </p:nvPicPr>
          <p:blipFill rotWithShape="1">
            <a:blip r:embed="rId5">
              <a:alphaModFix/>
            </a:blip>
            <a:srcRect/>
            <a:stretch/>
          </p:blipFill>
          <p:spPr>
            <a:xfrm>
              <a:off x="713225" y="1653605"/>
              <a:ext cx="4185503" cy="2318170"/>
            </a:xfrm>
            <a:prstGeom prst="rect">
              <a:avLst/>
            </a:prstGeom>
            <a:noFill/>
            <a:ln>
              <a:noFill/>
            </a:ln>
          </p:spPr>
        </p:pic>
      </p:grpSp>
      <p:grpSp>
        <p:nvGrpSpPr>
          <p:cNvPr id="309" name="Google Shape;309;p40"/>
          <p:cNvGrpSpPr/>
          <p:nvPr/>
        </p:nvGrpSpPr>
        <p:grpSpPr>
          <a:xfrm rot="484900">
            <a:off x="3399703" y="877695"/>
            <a:ext cx="7163478" cy="3816246"/>
            <a:chOff x="233350" y="949250"/>
            <a:chExt cx="7137300" cy="3802300"/>
          </a:xfrm>
        </p:grpSpPr>
        <p:sp>
          <p:nvSpPr>
            <p:cNvPr id="310" name="Google Shape;310;p40"/>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0"/>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0"/>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0"/>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0"/>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0"/>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0"/>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0"/>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0"/>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0"/>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0"/>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0"/>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0"/>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0"/>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0"/>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0"/>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0"/>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0"/>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0"/>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0"/>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0"/>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0"/>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0"/>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0"/>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0"/>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0"/>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0"/>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0"/>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0"/>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0"/>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0"/>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0"/>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0"/>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0"/>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0"/>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0"/>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0"/>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0"/>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0"/>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0"/>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0"/>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0"/>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0"/>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0"/>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0"/>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0"/>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0"/>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0"/>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0"/>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0"/>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0"/>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61" name="Google Shape;361;p40"/>
          <p:cNvPicPr preferRelativeResize="0"/>
          <p:nvPr/>
        </p:nvPicPr>
        <p:blipFill>
          <a:blip r:embed="rId6">
            <a:alphaModFix/>
          </a:blip>
          <a:stretch>
            <a:fillRect/>
          </a:stretch>
        </p:blipFill>
        <p:spPr>
          <a:xfrm>
            <a:off x="7219383" y="4206045"/>
            <a:ext cx="1970336" cy="1716667"/>
          </a:xfrm>
          <a:prstGeom prst="rect">
            <a:avLst/>
          </a:prstGeom>
          <a:noFill/>
          <a:ln>
            <a:noFill/>
          </a:ln>
        </p:spPr>
      </p:pic>
      <p:pic>
        <p:nvPicPr>
          <p:cNvPr id="362" name="Google Shape;362;p40"/>
          <p:cNvPicPr preferRelativeResize="0"/>
          <p:nvPr/>
        </p:nvPicPr>
        <p:blipFill>
          <a:blip r:embed="rId7">
            <a:alphaModFix/>
          </a:blip>
          <a:stretch>
            <a:fillRect/>
          </a:stretch>
        </p:blipFill>
        <p:spPr>
          <a:xfrm>
            <a:off x="-1009799" y="-1407275"/>
            <a:ext cx="2488824" cy="2499874"/>
          </a:xfrm>
          <a:prstGeom prst="rect">
            <a:avLst/>
          </a:prstGeom>
          <a:noFill/>
          <a:ln>
            <a:noFill/>
          </a:ln>
        </p:spPr>
      </p:pic>
      <p:pic>
        <p:nvPicPr>
          <p:cNvPr id="363" name="Google Shape;363;p40"/>
          <p:cNvPicPr preferRelativeResize="0"/>
          <p:nvPr/>
        </p:nvPicPr>
        <p:blipFill>
          <a:blip r:embed="rId8">
            <a:alphaModFix/>
          </a:blip>
          <a:stretch>
            <a:fillRect/>
          </a:stretch>
        </p:blipFill>
        <p:spPr>
          <a:xfrm>
            <a:off x="5054275" y="918338"/>
            <a:ext cx="2827035" cy="3135820"/>
          </a:xfrm>
          <a:prstGeom prst="rect">
            <a:avLst/>
          </a:prstGeom>
          <a:noFill/>
          <a:ln>
            <a:noFill/>
          </a:ln>
        </p:spPr>
      </p:pic>
      <p:grpSp>
        <p:nvGrpSpPr>
          <p:cNvPr id="364" name="Google Shape;364;p40"/>
          <p:cNvGrpSpPr/>
          <p:nvPr/>
        </p:nvGrpSpPr>
        <p:grpSpPr>
          <a:xfrm>
            <a:off x="3939225" y="2949400"/>
            <a:ext cx="4656625" cy="2194100"/>
            <a:chOff x="3939225" y="2949400"/>
            <a:chExt cx="4656625" cy="2194100"/>
          </a:xfrm>
        </p:grpSpPr>
        <p:pic>
          <p:nvPicPr>
            <p:cNvPr id="365" name="Google Shape;365;p40"/>
            <p:cNvPicPr preferRelativeResize="0"/>
            <p:nvPr/>
          </p:nvPicPr>
          <p:blipFill>
            <a:blip r:embed="rId9">
              <a:alphaModFix/>
            </a:blip>
            <a:stretch>
              <a:fillRect/>
            </a:stretch>
          </p:blipFill>
          <p:spPr>
            <a:xfrm>
              <a:off x="6726649" y="2949400"/>
              <a:ext cx="1869201" cy="1328574"/>
            </a:xfrm>
            <a:prstGeom prst="rect">
              <a:avLst/>
            </a:prstGeom>
            <a:noFill/>
            <a:ln>
              <a:noFill/>
            </a:ln>
          </p:spPr>
        </p:pic>
        <p:sp>
          <p:nvSpPr>
            <p:cNvPr id="366" name="Google Shape;366;p40"/>
            <p:cNvSpPr/>
            <p:nvPr/>
          </p:nvSpPr>
          <p:spPr>
            <a:xfrm>
              <a:off x="3939225" y="4184350"/>
              <a:ext cx="3363050" cy="959150"/>
            </a:xfrm>
            <a:custGeom>
              <a:avLst/>
              <a:gdLst/>
              <a:ahLst/>
              <a:cxnLst/>
              <a:rect l="l" t="t" r="r" b="b"/>
              <a:pathLst>
                <a:path w="134522" h="38366" extrusionOk="0">
                  <a:moveTo>
                    <a:pt x="134522" y="0"/>
                  </a:moveTo>
                  <a:cubicBezTo>
                    <a:pt x="124555" y="1420"/>
                    <a:pt x="114650" y="4176"/>
                    <a:pt x="105508" y="8392"/>
                  </a:cubicBezTo>
                  <a:cubicBezTo>
                    <a:pt x="99593" y="11120"/>
                    <a:pt x="92390" y="16101"/>
                    <a:pt x="86564" y="13188"/>
                  </a:cubicBezTo>
                  <a:cubicBezTo>
                    <a:pt x="84581" y="12197"/>
                    <a:pt x="82399" y="8997"/>
                    <a:pt x="83687" y="7193"/>
                  </a:cubicBezTo>
                  <a:cubicBezTo>
                    <a:pt x="84863" y="5546"/>
                    <a:pt x="87998" y="5111"/>
                    <a:pt x="89681" y="6234"/>
                  </a:cubicBezTo>
                  <a:cubicBezTo>
                    <a:pt x="92229" y="7934"/>
                    <a:pt x="89833" y="13406"/>
                    <a:pt x="87284" y="15106"/>
                  </a:cubicBezTo>
                  <a:cubicBezTo>
                    <a:pt x="83905" y="17359"/>
                    <a:pt x="79324" y="16762"/>
                    <a:pt x="75294" y="17265"/>
                  </a:cubicBezTo>
                  <a:cubicBezTo>
                    <a:pt x="61174" y="19028"/>
                    <a:pt x="46675" y="15818"/>
                    <a:pt x="32611" y="17984"/>
                  </a:cubicBezTo>
                  <a:cubicBezTo>
                    <a:pt x="23700" y="19356"/>
                    <a:pt x="15249" y="23772"/>
                    <a:pt x="7913" y="29014"/>
                  </a:cubicBezTo>
                  <a:cubicBezTo>
                    <a:pt x="4591" y="31388"/>
                    <a:pt x="3398" y="36102"/>
                    <a:pt x="0" y="38366"/>
                  </a:cubicBezTo>
                </a:path>
              </a:pathLst>
            </a:custGeom>
            <a:noFill/>
            <a:ln w="9525" cap="flat" cmpd="sng">
              <a:solidFill>
                <a:schemeClr val="lt1"/>
              </a:solidFill>
              <a:prstDash val="dot"/>
              <a:round/>
              <a:headEnd type="none" w="med" len="med"/>
              <a:tailEnd type="none" w="med" len="med"/>
            </a:ln>
          </p:spPr>
          <p:txBody>
            <a:bodyPr/>
            <a:lstStyle/>
            <a:p>
              <a:endParaRPr lang="en-IN"/>
            </a:p>
          </p:txBody>
        </p:sp>
      </p:grpSp>
      <p:sp>
        <p:nvSpPr>
          <p:cNvPr id="2" name="TextBox 1">
            <a:extLst>
              <a:ext uri="{FF2B5EF4-FFF2-40B4-BE49-F238E27FC236}">
                <a16:creationId xmlns:a16="http://schemas.microsoft.com/office/drawing/2014/main" id="{5F271F7C-6C1F-0828-9B05-82CC26A8C492}"/>
              </a:ext>
            </a:extLst>
          </p:cNvPr>
          <p:cNvSpPr txBox="1"/>
          <p:nvPr/>
        </p:nvSpPr>
        <p:spPr>
          <a:xfrm>
            <a:off x="787686" y="3801181"/>
            <a:ext cx="2996333" cy="307777"/>
          </a:xfrm>
          <a:prstGeom prst="rect">
            <a:avLst/>
          </a:prstGeom>
          <a:noFill/>
        </p:spPr>
        <p:txBody>
          <a:bodyPr wrap="none" rtlCol="0">
            <a:spAutoFit/>
          </a:bodyPr>
          <a:lstStyle/>
          <a:p>
            <a:r>
              <a:rPr lang="en-IN" dirty="0">
                <a:solidFill>
                  <a:schemeClr val="tx1"/>
                </a:solidFill>
                <a:latin typeface="Roboto" panose="02000000000000000000" pitchFamily="2" charset="0"/>
                <a:ea typeface="Roboto" panose="02000000000000000000" pitchFamily="2" charset="0"/>
                <a:cs typeface="Roboto" panose="02000000000000000000" pitchFamily="2" charset="0"/>
              </a:rPr>
              <a:t>PRESENTED BY – GUMMA ANKITA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1"/>
          <p:cNvSpPr txBox="1">
            <a:spLocks noGrp="1"/>
          </p:cNvSpPr>
          <p:nvPr>
            <p:ph type="title"/>
          </p:nvPr>
        </p:nvSpPr>
        <p:spPr>
          <a:xfrm>
            <a:off x="720000" y="-74341"/>
            <a:ext cx="7704000" cy="35683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tx1"/>
                </a:solidFill>
              </a:rPr>
              <a:t>CONTENTS</a:t>
            </a:r>
            <a:endParaRPr dirty="0">
              <a:solidFill>
                <a:schemeClr val="tx1"/>
              </a:solidFill>
            </a:endParaRPr>
          </a:p>
        </p:txBody>
      </p:sp>
      <p:pic>
        <p:nvPicPr>
          <p:cNvPr id="376" name="Google Shape;376;p41"/>
          <p:cNvPicPr preferRelativeResize="0"/>
          <p:nvPr/>
        </p:nvPicPr>
        <p:blipFill>
          <a:blip r:embed="rId3">
            <a:alphaModFix/>
          </a:blip>
          <a:stretch>
            <a:fillRect/>
          </a:stretch>
        </p:blipFill>
        <p:spPr>
          <a:xfrm>
            <a:off x="8143873" y="808686"/>
            <a:ext cx="803588" cy="725699"/>
          </a:xfrm>
          <a:prstGeom prst="rect">
            <a:avLst/>
          </a:prstGeom>
          <a:noFill/>
          <a:ln>
            <a:noFill/>
          </a:ln>
        </p:spPr>
      </p:pic>
      <p:graphicFrame>
        <p:nvGraphicFramePr>
          <p:cNvPr id="5" name="Table 4">
            <a:extLst>
              <a:ext uri="{FF2B5EF4-FFF2-40B4-BE49-F238E27FC236}">
                <a16:creationId xmlns:a16="http://schemas.microsoft.com/office/drawing/2014/main" id="{931D4B07-0DC0-051A-A2A9-0C1D835222AE}"/>
              </a:ext>
            </a:extLst>
          </p:cNvPr>
          <p:cNvGraphicFramePr>
            <a:graphicFrameLocks noGrp="1"/>
          </p:cNvGraphicFramePr>
          <p:nvPr>
            <p:extLst>
              <p:ext uri="{D42A27DB-BD31-4B8C-83A1-F6EECF244321}">
                <p14:modId xmlns:p14="http://schemas.microsoft.com/office/powerpoint/2010/main" val="453581900"/>
              </p:ext>
            </p:extLst>
          </p:nvPr>
        </p:nvGraphicFramePr>
        <p:xfrm>
          <a:off x="139157" y="475032"/>
          <a:ext cx="8865685" cy="4483980"/>
        </p:xfrm>
        <a:graphic>
          <a:graphicData uri="http://schemas.openxmlformats.org/drawingml/2006/table">
            <a:tbl>
              <a:tblPr firstRow="1" bandRow="1">
                <a:tableStyleId>{3C2FFA5D-87B4-456A-9821-1D502468CF0F}</a:tableStyleId>
              </a:tblPr>
              <a:tblGrid>
                <a:gridCol w="1285734">
                  <a:extLst>
                    <a:ext uri="{9D8B030D-6E8A-4147-A177-3AD203B41FA5}">
                      <a16:colId xmlns:a16="http://schemas.microsoft.com/office/drawing/2014/main" val="1746619013"/>
                    </a:ext>
                  </a:extLst>
                </a:gridCol>
                <a:gridCol w="7579951">
                  <a:extLst>
                    <a:ext uri="{9D8B030D-6E8A-4147-A177-3AD203B41FA5}">
                      <a16:colId xmlns:a16="http://schemas.microsoft.com/office/drawing/2014/main" val="443227835"/>
                    </a:ext>
                  </a:extLst>
                </a:gridCol>
              </a:tblGrid>
              <a:tr h="443383">
                <a:tc>
                  <a:txBody>
                    <a:bodyPr/>
                    <a:lstStyle/>
                    <a:p>
                      <a:r>
                        <a:rPr lang="en-IN" dirty="0"/>
                        <a:t>SERIAL NUMBER</a:t>
                      </a:r>
                    </a:p>
                  </a:txBody>
                  <a:tcPr/>
                </a:tc>
                <a:tc>
                  <a:txBody>
                    <a:bodyPr/>
                    <a:lstStyle/>
                    <a:p>
                      <a:pPr algn="l"/>
                      <a:r>
                        <a:rPr lang="en-IN" dirty="0"/>
                        <a:t>TOPIC</a:t>
                      </a:r>
                    </a:p>
                  </a:txBody>
                  <a:tcPr/>
                </a:tc>
                <a:extLst>
                  <a:ext uri="{0D108BD9-81ED-4DB2-BD59-A6C34878D82A}">
                    <a16:rowId xmlns:a16="http://schemas.microsoft.com/office/drawing/2014/main" val="994399460"/>
                  </a:ext>
                </a:extLst>
              </a:tr>
              <a:tr h="330485">
                <a:tc>
                  <a:txBody>
                    <a:bodyPr/>
                    <a:lstStyle/>
                    <a:p>
                      <a:r>
                        <a:rPr lang="en-IN" dirty="0"/>
                        <a:t>1</a:t>
                      </a:r>
                    </a:p>
                  </a:txBody>
                  <a:tcPr/>
                </a:tc>
                <a:tc>
                  <a:txBody>
                    <a:bodyPr/>
                    <a:lstStyle/>
                    <a:p>
                      <a:r>
                        <a:rPr lang="en-IN" dirty="0"/>
                        <a:t>Title Slide</a:t>
                      </a:r>
                    </a:p>
                  </a:txBody>
                  <a:tcPr/>
                </a:tc>
                <a:extLst>
                  <a:ext uri="{0D108BD9-81ED-4DB2-BD59-A6C34878D82A}">
                    <a16:rowId xmlns:a16="http://schemas.microsoft.com/office/drawing/2014/main" val="1203916464"/>
                  </a:ext>
                </a:extLst>
              </a:tr>
              <a:tr h="330485">
                <a:tc>
                  <a:txBody>
                    <a:bodyPr/>
                    <a:lstStyle/>
                    <a:p>
                      <a:r>
                        <a:rPr lang="en-IN" dirty="0"/>
                        <a:t>2</a:t>
                      </a:r>
                    </a:p>
                  </a:txBody>
                  <a:tcPr/>
                </a:tc>
                <a:tc>
                  <a:txBody>
                    <a:bodyPr/>
                    <a:lstStyle/>
                    <a:p>
                      <a:r>
                        <a:rPr lang="en-IN" dirty="0"/>
                        <a:t>Objective of Analysis</a:t>
                      </a:r>
                    </a:p>
                  </a:txBody>
                  <a:tcPr/>
                </a:tc>
                <a:extLst>
                  <a:ext uri="{0D108BD9-81ED-4DB2-BD59-A6C34878D82A}">
                    <a16:rowId xmlns:a16="http://schemas.microsoft.com/office/drawing/2014/main" val="3744389842"/>
                  </a:ext>
                </a:extLst>
              </a:tr>
              <a:tr h="330485">
                <a:tc>
                  <a:txBody>
                    <a:bodyPr/>
                    <a:lstStyle/>
                    <a:p>
                      <a:r>
                        <a:rPr lang="en-IN" dirty="0"/>
                        <a:t>3</a:t>
                      </a:r>
                    </a:p>
                  </a:txBody>
                  <a:tcPr/>
                </a:tc>
                <a:tc>
                  <a:txBody>
                    <a:bodyPr/>
                    <a:lstStyle/>
                    <a:p>
                      <a:r>
                        <a:rPr lang="en-IN" dirty="0"/>
                        <a:t>Dataset and Scope</a:t>
                      </a:r>
                    </a:p>
                  </a:txBody>
                  <a:tcPr/>
                </a:tc>
                <a:extLst>
                  <a:ext uri="{0D108BD9-81ED-4DB2-BD59-A6C34878D82A}">
                    <a16:rowId xmlns:a16="http://schemas.microsoft.com/office/drawing/2014/main" val="1260908634"/>
                  </a:ext>
                </a:extLst>
              </a:tr>
              <a:tr h="330485">
                <a:tc>
                  <a:txBody>
                    <a:bodyPr/>
                    <a:lstStyle/>
                    <a:p>
                      <a:r>
                        <a:rPr lang="en-IN" dirty="0"/>
                        <a:t>4 </a:t>
                      </a:r>
                    </a:p>
                  </a:txBody>
                  <a:tcPr/>
                </a:tc>
                <a:tc>
                  <a:txBody>
                    <a:bodyPr/>
                    <a:lstStyle/>
                    <a:p>
                      <a:r>
                        <a:rPr lang="en-IN" dirty="0"/>
                        <a:t>Market Landscape</a:t>
                      </a:r>
                    </a:p>
                  </a:txBody>
                  <a:tcPr/>
                </a:tc>
                <a:extLst>
                  <a:ext uri="{0D108BD9-81ED-4DB2-BD59-A6C34878D82A}">
                    <a16:rowId xmlns:a16="http://schemas.microsoft.com/office/drawing/2014/main" val="2948596641"/>
                  </a:ext>
                </a:extLst>
              </a:tr>
              <a:tr h="330485">
                <a:tc>
                  <a:txBody>
                    <a:bodyPr/>
                    <a:lstStyle/>
                    <a:p>
                      <a:r>
                        <a:rPr lang="en-IN" dirty="0"/>
                        <a:t>5</a:t>
                      </a:r>
                    </a:p>
                  </a:txBody>
                  <a:tcPr/>
                </a:tc>
                <a:tc>
                  <a:txBody>
                    <a:bodyPr/>
                    <a:lstStyle/>
                    <a:p>
                      <a:r>
                        <a:rPr lang="en-IN" dirty="0"/>
                        <a:t>Client Potential</a:t>
                      </a:r>
                    </a:p>
                  </a:txBody>
                  <a:tcPr/>
                </a:tc>
                <a:extLst>
                  <a:ext uri="{0D108BD9-81ED-4DB2-BD59-A6C34878D82A}">
                    <a16:rowId xmlns:a16="http://schemas.microsoft.com/office/drawing/2014/main" val="2416587844"/>
                  </a:ext>
                </a:extLst>
              </a:tr>
              <a:tr h="330485">
                <a:tc>
                  <a:txBody>
                    <a:bodyPr/>
                    <a:lstStyle/>
                    <a:p>
                      <a:r>
                        <a:rPr lang="en-IN" dirty="0"/>
                        <a:t>6</a:t>
                      </a:r>
                    </a:p>
                  </a:txBody>
                  <a:tcPr/>
                </a:tc>
                <a:tc>
                  <a:txBody>
                    <a:bodyPr/>
                    <a:lstStyle/>
                    <a:p>
                      <a:r>
                        <a:rPr lang="en-IN" dirty="0"/>
                        <a:t>Regional Opportunities</a:t>
                      </a:r>
                    </a:p>
                  </a:txBody>
                  <a:tcPr/>
                </a:tc>
                <a:extLst>
                  <a:ext uri="{0D108BD9-81ED-4DB2-BD59-A6C34878D82A}">
                    <a16:rowId xmlns:a16="http://schemas.microsoft.com/office/drawing/2014/main" val="2208733175"/>
                  </a:ext>
                </a:extLst>
              </a:tr>
              <a:tr h="330485">
                <a:tc>
                  <a:txBody>
                    <a:bodyPr/>
                    <a:lstStyle/>
                    <a:p>
                      <a:r>
                        <a:rPr lang="en-IN" dirty="0"/>
                        <a:t>7</a:t>
                      </a:r>
                    </a:p>
                  </a:txBody>
                  <a:tcPr/>
                </a:tc>
                <a:tc>
                  <a:txBody>
                    <a:bodyPr/>
                    <a:lstStyle/>
                    <a:p>
                      <a:r>
                        <a:rPr lang="en-IN" dirty="0"/>
                        <a:t>Website Quality Assessment</a:t>
                      </a:r>
                    </a:p>
                  </a:txBody>
                  <a:tcPr/>
                </a:tc>
                <a:extLst>
                  <a:ext uri="{0D108BD9-81ED-4DB2-BD59-A6C34878D82A}">
                    <a16:rowId xmlns:a16="http://schemas.microsoft.com/office/drawing/2014/main" val="4082367688"/>
                  </a:ext>
                </a:extLst>
              </a:tr>
              <a:tr h="330485">
                <a:tc>
                  <a:txBody>
                    <a:bodyPr/>
                    <a:lstStyle/>
                    <a:p>
                      <a:r>
                        <a:rPr lang="en-IN" dirty="0"/>
                        <a:t>8</a:t>
                      </a:r>
                    </a:p>
                  </a:txBody>
                  <a:tcPr/>
                </a:tc>
                <a:tc>
                  <a:txBody>
                    <a:bodyPr/>
                    <a:lstStyle/>
                    <a:p>
                      <a:r>
                        <a:rPr lang="en-IN" dirty="0"/>
                        <a:t>UX vs Performance Impact</a:t>
                      </a:r>
                    </a:p>
                  </a:txBody>
                  <a:tcPr/>
                </a:tc>
                <a:extLst>
                  <a:ext uri="{0D108BD9-81ED-4DB2-BD59-A6C34878D82A}">
                    <a16:rowId xmlns:a16="http://schemas.microsoft.com/office/drawing/2014/main" val="2158568899"/>
                  </a:ext>
                </a:extLst>
              </a:tr>
              <a:tr h="330485">
                <a:tc>
                  <a:txBody>
                    <a:bodyPr/>
                    <a:lstStyle/>
                    <a:p>
                      <a:r>
                        <a:rPr lang="en-IN" dirty="0"/>
                        <a:t>9</a:t>
                      </a:r>
                    </a:p>
                  </a:txBody>
                  <a:tcPr/>
                </a:tc>
                <a:tc>
                  <a:txBody>
                    <a:bodyPr/>
                    <a:lstStyle/>
                    <a:p>
                      <a:r>
                        <a:rPr lang="en-IN" dirty="0"/>
                        <a:t>Opportunity for Inmogic Technologies</a:t>
                      </a:r>
                    </a:p>
                  </a:txBody>
                  <a:tcPr/>
                </a:tc>
                <a:extLst>
                  <a:ext uri="{0D108BD9-81ED-4DB2-BD59-A6C34878D82A}">
                    <a16:rowId xmlns:a16="http://schemas.microsoft.com/office/drawing/2014/main" val="2451391341"/>
                  </a:ext>
                </a:extLst>
              </a:tr>
              <a:tr h="330485">
                <a:tc>
                  <a:txBody>
                    <a:bodyPr/>
                    <a:lstStyle/>
                    <a:p>
                      <a:r>
                        <a:rPr lang="en-IN" dirty="0"/>
                        <a:t>10</a:t>
                      </a:r>
                    </a:p>
                  </a:txBody>
                  <a:tcPr/>
                </a:tc>
                <a:tc>
                  <a:txBody>
                    <a:bodyPr/>
                    <a:lstStyle/>
                    <a:p>
                      <a:r>
                        <a:rPr lang="en-IN" dirty="0"/>
                        <a:t>Recommendation Series</a:t>
                      </a:r>
                    </a:p>
                  </a:txBody>
                  <a:tcPr/>
                </a:tc>
                <a:extLst>
                  <a:ext uri="{0D108BD9-81ED-4DB2-BD59-A6C34878D82A}">
                    <a16:rowId xmlns:a16="http://schemas.microsoft.com/office/drawing/2014/main" val="842529429"/>
                  </a:ext>
                </a:extLst>
              </a:tr>
              <a:tr h="330485">
                <a:tc>
                  <a:txBody>
                    <a:bodyPr/>
                    <a:lstStyle/>
                    <a:p>
                      <a:r>
                        <a:rPr lang="en-IN" dirty="0"/>
                        <a:t>11</a:t>
                      </a:r>
                    </a:p>
                  </a:txBody>
                  <a:tcPr/>
                </a:tc>
                <a:tc>
                  <a:txBody>
                    <a:bodyPr/>
                    <a:lstStyle/>
                    <a:p>
                      <a:r>
                        <a:rPr lang="en-IN" dirty="0"/>
                        <a:t>Business Impact</a:t>
                      </a:r>
                    </a:p>
                  </a:txBody>
                  <a:tcPr/>
                </a:tc>
                <a:extLst>
                  <a:ext uri="{0D108BD9-81ED-4DB2-BD59-A6C34878D82A}">
                    <a16:rowId xmlns:a16="http://schemas.microsoft.com/office/drawing/2014/main" val="2743924561"/>
                  </a:ext>
                </a:extLst>
              </a:tr>
              <a:tr h="330485">
                <a:tc>
                  <a:txBody>
                    <a:bodyPr/>
                    <a:lstStyle/>
                    <a:p>
                      <a:r>
                        <a:rPr lang="en-IN" dirty="0"/>
                        <a:t>12</a:t>
                      </a:r>
                    </a:p>
                  </a:txBody>
                  <a:tcPr/>
                </a:tc>
                <a:tc>
                  <a:txBody>
                    <a:bodyPr/>
                    <a:lstStyle/>
                    <a:p>
                      <a:r>
                        <a:rPr lang="en-IN" dirty="0"/>
                        <a:t>Conclusion</a:t>
                      </a:r>
                    </a:p>
                  </a:txBody>
                  <a:tcPr/>
                </a:tc>
                <a:extLst>
                  <a:ext uri="{0D108BD9-81ED-4DB2-BD59-A6C34878D82A}">
                    <a16:rowId xmlns:a16="http://schemas.microsoft.com/office/drawing/2014/main" val="111788628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2"/>
          <p:cNvSpPr txBox="1">
            <a:spLocks noGrp="1"/>
          </p:cNvSpPr>
          <p:nvPr>
            <p:ph type="title"/>
          </p:nvPr>
        </p:nvSpPr>
        <p:spPr>
          <a:xfrm>
            <a:off x="646771" y="27395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t>OBJECTIVE OF ANALYSIS</a:t>
            </a:r>
            <a:endParaRPr sz="3600" dirty="0"/>
          </a:p>
        </p:txBody>
      </p:sp>
      <p:sp>
        <p:nvSpPr>
          <p:cNvPr id="382" name="Google Shape;382;p42"/>
          <p:cNvSpPr txBox="1">
            <a:spLocks noGrp="1"/>
          </p:cNvSpPr>
          <p:nvPr>
            <p:ph type="title" idx="2"/>
          </p:nvPr>
        </p:nvSpPr>
        <p:spPr>
          <a:xfrm>
            <a:off x="3404265" y="148493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83" name="Google Shape;383;p42"/>
          <p:cNvSpPr txBox="1">
            <a:spLocks noGrp="1"/>
          </p:cNvSpPr>
          <p:nvPr>
            <p:ph type="subTitle" idx="1"/>
          </p:nvPr>
        </p:nvSpPr>
        <p:spPr>
          <a:xfrm>
            <a:off x="646771" y="1368525"/>
            <a:ext cx="2681292" cy="680400"/>
          </a:xfrm>
          <a:prstGeom prst="rect">
            <a:avLst/>
          </a:prstGeom>
        </p:spPr>
        <p:txBody>
          <a:bodyPr spcFirstLastPara="1" wrap="square" lIns="91425" tIns="91425" rIns="91425" bIns="91425" anchor="b" anchorCtr="0">
            <a:noAutofit/>
          </a:bodyPr>
          <a:lstStyle/>
          <a:p>
            <a:pPr marL="0" lvl="0" indent="0"/>
            <a:r>
              <a:rPr lang="en-US" sz="1200" dirty="0"/>
              <a:t>To segment 500 companies based on market cap, sector, and performance metrics</a:t>
            </a:r>
            <a:endParaRPr sz="1200" dirty="0"/>
          </a:p>
        </p:txBody>
      </p:sp>
      <p:sp>
        <p:nvSpPr>
          <p:cNvPr id="384" name="Google Shape;384;p42"/>
          <p:cNvSpPr txBox="1">
            <a:spLocks noGrp="1"/>
          </p:cNvSpPr>
          <p:nvPr>
            <p:ph type="title" idx="3"/>
          </p:nvPr>
        </p:nvSpPr>
        <p:spPr>
          <a:xfrm>
            <a:off x="3404265" y="266458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85" name="Google Shape;385;p42"/>
          <p:cNvSpPr txBox="1">
            <a:spLocks noGrp="1"/>
          </p:cNvSpPr>
          <p:nvPr>
            <p:ph type="subTitle" idx="4"/>
          </p:nvPr>
        </p:nvSpPr>
        <p:spPr>
          <a:xfrm>
            <a:off x="720000" y="2399725"/>
            <a:ext cx="2608063" cy="828850"/>
          </a:xfrm>
          <a:prstGeom prst="rect">
            <a:avLst/>
          </a:prstGeom>
        </p:spPr>
        <p:txBody>
          <a:bodyPr spcFirstLastPara="1" wrap="square" lIns="91425" tIns="91425" rIns="91425" bIns="91425" anchor="b" anchorCtr="0">
            <a:noAutofit/>
          </a:bodyPr>
          <a:lstStyle/>
          <a:p>
            <a:pPr marL="0" lvl="0" indent="0"/>
            <a:r>
              <a:rPr lang="en-US" sz="1200" dirty="0"/>
              <a:t>To create visualizations that highlight top trends, and growth potential</a:t>
            </a:r>
            <a:endParaRPr sz="1200" dirty="0"/>
          </a:p>
        </p:txBody>
      </p:sp>
      <p:sp>
        <p:nvSpPr>
          <p:cNvPr id="386" name="Google Shape;386;p42"/>
          <p:cNvSpPr txBox="1">
            <a:spLocks noGrp="1"/>
          </p:cNvSpPr>
          <p:nvPr>
            <p:ph type="title" idx="5"/>
          </p:nvPr>
        </p:nvSpPr>
        <p:spPr>
          <a:xfrm>
            <a:off x="3404265" y="384423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87" name="Google Shape;387;p42"/>
          <p:cNvSpPr txBox="1">
            <a:spLocks noGrp="1"/>
          </p:cNvSpPr>
          <p:nvPr>
            <p:ph type="subTitle" idx="6"/>
          </p:nvPr>
        </p:nvSpPr>
        <p:spPr>
          <a:xfrm>
            <a:off x="720000" y="3579375"/>
            <a:ext cx="2608063" cy="828850"/>
          </a:xfrm>
          <a:prstGeom prst="rect">
            <a:avLst/>
          </a:prstGeom>
        </p:spPr>
        <p:txBody>
          <a:bodyPr spcFirstLastPara="1" wrap="square" lIns="91425" tIns="91425" rIns="91425" bIns="91425" anchor="b" anchorCtr="0">
            <a:noAutofit/>
          </a:bodyPr>
          <a:lstStyle/>
          <a:p>
            <a:pPr marL="0" lvl="0" indent="0"/>
            <a:r>
              <a:rPr lang="en-US" sz="1200" dirty="0"/>
              <a:t>To identify patterns across sectors that might indicate future investment opportunities</a:t>
            </a:r>
            <a:endParaRPr sz="1200" dirty="0"/>
          </a:p>
        </p:txBody>
      </p:sp>
      <p:sp>
        <p:nvSpPr>
          <p:cNvPr id="388" name="Google Shape;388;p42"/>
          <p:cNvSpPr txBox="1">
            <a:spLocks noGrp="1"/>
          </p:cNvSpPr>
          <p:nvPr>
            <p:ph type="title" idx="7"/>
          </p:nvPr>
        </p:nvSpPr>
        <p:spPr>
          <a:xfrm>
            <a:off x="5005040" y="148493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89" name="Google Shape;389;p42"/>
          <p:cNvSpPr txBox="1">
            <a:spLocks noGrp="1"/>
          </p:cNvSpPr>
          <p:nvPr>
            <p:ph type="subTitle" idx="8"/>
          </p:nvPr>
        </p:nvSpPr>
        <p:spPr>
          <a:xfrm>
            <a:off x="5815938" y="1308409"/>
            <a:ext cx="2740764" cy="740515"/>
          </a:xfrm>
          <a:prstGeom prst="rect">
            <a:avLst/>
          </a:prstGeom>
        </p:spPr>
        <p:txBody>
          <a:bodyPr spcFirstLastPara="1" wrap="square" lIns="91425" tIns="91425" rIns="91425" bIns="91425" anchor="b" anchorCtr="0">
            <a:noAutofit/>
          </a:bodyPr>
          <a:lstStyle/>
          <a:p>
            <a:pPr marL="0" lvl="0" indent="0"/>
            <a:r>
              <a:rPr lang="en-US" sz="1200" dirty="0"/>
              <a:t>To recommend strategies for Inmogic technologies to growth and develop.</a:t>
            </a:r>
            <a:endParaRPr sz="1200" dirty="0"/>
          </a:p>
        </p:txBody>
      </p:sp>
      <p:sp>
        <p:nvSpPr>
          <p:cNvPr id="390" name="Google Shape;390;p42"/>
          <p:cNvSpPr txBox="1">
            <a:spLocks noGrp="1"/>
          </p:cNvSpPr>
          <p:nvPr>
            <p:ph type="title" idx="9"/>
          </p:nvPr>
        </p:nvSpPr>
        <p:spPr>
          <a:xfrm>
            <a:off x="5005040" y="266458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391" name="Google Shape;391;p42"/>
          <p:cNvSpPr txBox="1">
            <a:spLocks noGrp="1"/>
          </p:cNvSpPr>
          <p:nvPr>
            <p:ph type="subTitle" idx="13"/>
          </p:nvPr>
        </p:nvSpPr>
        <p:spPr>
          <a:xfrm>
            <a:off x="5815938" y="2571749"/>
            <a:ext cx="2800238" cy="656825"/>
          </a:xfrm>
          <a:prstGeom prst="rect">
            <a:avLst/>
          </a:prstGeom>
        </p:spPr>
        <p:txBody>
          <a:bodyPr spcFirstLastPara="1" wrap="square" lIns="91425" tIns="91425" rIns="91425" bIns="91425" anchor="b" anchorCtr="0">
            <a:noAutofit/>
          </a:bodyPr>
          <a:lstStyle/>
          <a:p>
            <a:pPr marL="0" lvl="0" indent="0"/>
            <a:r>
              <a:rPr lang="en-US" sz="1200" dirty="0"/>
              <a:t>To derive insights that can support business decision-making</a:t>
            </a:r>
            <a:endParaRPr sz="1200" dirty="0"/>
          </a:p>
        </p:txBody>
      </p:sp>
      <p:sp>
        <p:nvSpPr>
          <p:cNvPr id="392" name="Google Shape;392;p42"/>
          <p:cNvSpPr txBox="1">
            <a:spLocks noGrp="1"/>
          </p:cNvSpPr>
          <p:nvPr>
            <p:ph type="title" idx="14"/>
          </p:nvPr>
        </p:nvSpPr>
        <p:spPr>
          <a:xfrm>
            <a:off x="5005040" y="384423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393" name="Google Shape;393;p42"/>
          <p:cNvSpPr txBox="1">
            <a:spLocks noGrp="1"/>
          </p:cNvSpPr>
          <p:nvPr>
            <p:ph type="subTitle" idx="15"/>
          </p:nvPr>
        </p:nvSpPr>
        <p:spPr>
          <a:xfrm>
            <a:off x="5815938" y="3727825"/>
            <a:ext cx="2608062" cy="680400"/>
          </a:xfrm>
          <a:prstGeom prst="rect">
            <a:avLst/>
          </a:prstGeom>
        </p:spPr>
        <p:txBody>
          <a:bodyPr spcFirstLastPara="1" wrap="square" lIns="91425" tIns="91425" rIns="91425" bIns="91425" anchor="b" anchorCtr="0">
            <a:noAutofit/>
          </a:bodyPr>
          <a:lstStyle/>
          <a:p>
            <a:pPr marL="0" lvl="0" indent="0"/>
            <a:r>
              <a:rPr lang="en-US" sz="1200" dirty="0"/>
              <a:t>To analyze 500 stock market companies with market cap below 500 crore</a:t>
            </a:r>
            <a:endParaRPr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450" name="Google Shape;450;p43"/>
          <p:cNvSpPr txBox="1">
            <a:spLocks noGrp="1"/>
          </p:cNvSpPr>
          <p:nvPr>
            <p:ph type="title"/>
          </p:nvPr>
        </p:nvSpPr>
        <p:spPr>
          <a:xfrm>
            <a:off x="655320" y="242801"/>
            <a:ext cx="8016240" cy="58473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Data Set and Analysis Scope</a:t>
            </a:r>
            <a:endParaRPr sz="3200" dirty="0"/>
          </a:p>
        </p:txBody>
      </p:sp>
      <p:sp>
        <p:nvSpPr>
          <p:cNvPr id="44" name="Shape 4">
            <a:extLst>
              <a:ext uri="{FF2B5EF4-FFF2-40B4-BE49-F238E27FC236}">
                <a16:creationId xmlns:a16="http://schemas.microsoft.com/office/drawing/2014/main" id="{3F633E07-8D36-C36F-B1A1-5A5FD1CB40E8}"/>
              </a:ext>
            </a:extLst>
          </p:cNvPr>
          <p:cNvSpPr/>
          <p:nvPr/>
        </p:nvSpPr>
        <p:spPr>
          <a:xfrm>
            <a:off x="365760" y="1051560"/>
            <a:ext cx="4114800" cy="3749040"/>
          </a:xfrm>
          <a:prstGeom prst="rect">
            <a:avLst/>
          </a:prstGeom>
          <a:solidFill>
            <a:srgbClr val="FFFFFF"/>
          </a:solidFill>
          <a:ln w="12700">
            <a:solidFill>
              <a:srgbClr val="CBD5E1"/>
            </a:solidFill>
            <a:prstDash val="solid"/>
          </a:ln>
          <a:effectLst>
            <a:outerShdw blurRad="101600" dist="38100" dir="8100000" algn="bl" rotWithShape="0">
              <a:srgbClr val="000000">
                <a:alpha val="15000"/>
              </a:srgbClr>
            </a:outerShdw>
          </a:effectLst>
        </p:spPr>
        <p:txBody>
          <a:bodyPr/>
          <a:lstStyle/>
          <a:p>
            <a:endParaRPr lang="en-IN"/>
          </a:p>
        </p:txBody>
      </p:sp>
      <p:sp>
        <p:nvSpPr>
          <p:cNvPr id="45" name="Shape 5">
            <a:extLst>
              <a:ext uri="{FF2B5EF4-FFF2-40B4-BE49-F238E27FC236}">
                <a16:creationId xmlns:a16="http://schemas.microsoft.com/office/drawing/2014/main" id="{615C84EF-3CC8-B9E8-9BAC-E8AB9E55518E}"/>
              </a:ext>
            </a:extLst>
          </p:cNvPr>
          <p:cNvSpPr/>
          <p:nvPr/>
        </p:nvSpPr>
        <p:spPr>
          <a:xfrm>
            <a:off x="365760" y="1051560"/>
            <a:ext cx="4114800" cy="457200"/>
          </a:xfrm>
          <a:prstGeom prst="rect">
            <a:avLst/>
          </a:prstGeom>
          <a:solidFill>
            <a:schemeClr val="tx1"/>
          </a:solidFill>
          <a:ln w="12700">
            <a:solidFill>
              <a:schemeClr val="tx1"/>
            </a:solidFill>
            <a:prstDash val="solid"/>
          </a:ln>
        </p:spPr>
        <p:txBody>
          <a:bodyPr/>
          <a:lstStyle/>
          <a:p>
            <a:endParaRPr lang="en-IN"/>
          </a:p>
        </p:txBody>
      </p:sp>
      <p:sp>
        <p:nvSpPr>
          <p:cNvPr id="46" name="Text 6">
            <a:extLst>
              <a:ext uri="{FF2B5EF4-FFF2-40B4-BE49-F238E27FC236}">
                <a16:creationId xmlns:a16="http://schemas.microsoft.com/office/drawing/2014/main" id="{AF0DB898-C26A-35F0-9DB5-7E4A86251B84}"/>
              </a:ext>
            </a:extLst>
          </p:cNvPr>
          <p:cNvSpPr/>
          <p:nvPr/>
        </p:nvSpPr>
        <p:spPr>
          <a:xfrm>
            <a:off x="365760" y="1051560"/>
            <a:ext cx="4114800" cy="457200"/>
          </a:xfrm>
          <a:prstGeom prst="rect">
            <a:avLst/>
          </a:prstGeom>
          <a:noFill/>
          <a:ln/>
        </p:spPr>
        <p:txBody>
          <a:bodyPr wrap="square" lIns="0" tIns="0" rIns="0" bIns="0" rtlCol="0" anchor="ctr"/>
          <a:lstStyle/>
          <a:p>
            <a:pPr marL="0" indent="0" algn="ctr">
              <a:buNone/>
            </a:pPr>
            <a:r>
              <a:rPr lang="en-US" sz="1300" b="1" dirty="0">
                <a:solidFill>
                  <a:srgbClr val="FFFFFF"/>
                </a:solidFill>
              </a:rPr>
              <a:t>DATA SOURCES</a:t>
            </a:r>
            <a:endParaRPr lang="en-US" sz="1300" dirty="0"/>
          </a:p>
        </p:txBody>
      </p:sp>
      <p:sp>
        <p:nvSpPr>
          <p:cNvPr id="47" name="Shape 7">
            <a:extLst>
              <a:ext uri="{FF2B5EF4-FFF2-40B4-BE49-F238E27FC236}">
                <a16:creationId xmlns:a16="http://schemas.microsoft.com/office/drawing/2014/main" id="{A96089EE-E964-B45A-12A9-8A7200936A42}"/>
              </a:ext>
            </a:extLst>
          </p:cNvPr>
          <p:cNvSpPr/>
          <p:nvPr/>
        </p:nvSpPr>
        <p:spPr>
          <a:xfrm>
            <a:off x="365760" y="1691640"/>
            <a:ext cx="4114800" cy="448056"/>
          </a:xfrm>
          <a:prstGeom prst="rect">
            <a:avLst/>
          </a:prstGeom>
          <a:solidFill>
            <a:srgbClr val="F0F4F8"/>
          </a:solidFill>
          <a:ln w="12700">
            <a:solidFill>
              <a:schemeClr val="tx1"/>
            </a:solidFill>
            <a:prstDash val="solid"/>
          </a:ln>
        </p:spPr>
        <p:txBody>
          <a:bodyPr/>
          <a:lstStyle/>
          <a:p>
            <a:endParaRPr lang="en-IN"/>
          </a:p>
        </p:txBody>
      </p:sp>
      <p:sp>
        <p:nvSpPr>
          <p:cNvPr id="48" name="Text 8">
            <a:extLst>
              <a:ext uri="{FF2B5EF4-FFF2-40B4-BE49-F238E27FC236}">
                <a16:creationId xmlns:a16="http://schemas.microsoft.com/office/drawing/2014/main" id="{D96B0149-3A52-6568-A7DE-1CAB4E1F1DF4}"/>
              </a:ext>
            </a:extLst>
          </p:cNvPr>
          <p:cNvSpPr/>
          <p:nvPr/>
        </p:nvSpPr>
        <p:spPr>
          <a:xfrm>
            <a:off x="502920" y="1755648"/>
            <a:ext cx="1371600" cy="320040"/>
          </a:xfrm>
          <a:prstGeom prst="rect">
            <a:avLst/>
          </a:prstGeom>
          <a:noFill/>
          <a:ln/>
        </p:spPr>
        <p:txBody>
          <a:bodyPr wrap="square" lIns="0" tIns="0" rIns="0" bIns="0" rtlCol="0" anchor="ctr"/>
          <a:lstStyle/>
          <a:p>
            <a:pPr marL="0" indent="0">
              <a:buNone/>
            </a:pPr>
            <a:r>
              <a:rPr lang="en-US" sz="1050" b="1" dirty="0">
                <a:solidFill>
                  <a:schemeClr val="tx1"/>
                </a:solidFill>
              </a:rPr>
              <a:t>Platform</a:t>
            </a:r>
            <a:r>
              <a:rPr lang="en-US" sz="1050" b="1" dirty="0">
                <a:solidFill>
                  <a:srgbClr val="0D8B8B"/>
                </a:solidFill>
              </a:rPr>
              <a:t>:</a:t>
            </a:r>
            <a:endParaRPr lang="en-US" sz="1050" dirty="0"/>
          </a:p>
        </p:txBody>
      </p:sp>
      <p:sp>
        <p:nvSpPr>
          <p:cNvPr id="49" name="Text 9">
            <a:extLst>
              <a:ext uri="{FF2B5EF4-FFF2-40B4-BE49-F238E27FC236}">
                <a16:creationId xmlns:a16="http://schemas.microsoft.com/office/drawing/2014/main" id="{1062BE8E-8823-6339-E778-EE01EDAD30B7}"/>
              </a:ext>
            </a:extLst>
          </p:cNvPr>
          <p:cNvSpPr/>
          <p:nvPr/>
        </p:nvSpPr>
        <p:spPr>
          <a:xfrm>
            <a:off x="1920240" y="1755648"/>
            <a:ext cx="2423160" cy="320040"/>
          </a:xfrm>
          <a:prstGeom prst="rect">
            <a:avLst/>
          </a:prstGeom>
          <a:noFill/>
          <a:ln/>
        </p:spPr>
        <p:txBody>
          <a:bodyPr wrap="square" lIns="0" tIns="0" rIns="0" bIns="0" rtlCol="0" anchor="ctr"/>
          <a:lstStyle/>
          <a:p>
            <a:pPr marL="0" indent="0">
              <a:buNone/>
            </a:pPr>
            <a:r>
              <a:rPr lang="en-US" sz="1050" dirty="0">
                <a:solidFill>
                  <a:srgbClr val="334155"/>
                </a:solidFill>
              </a:rPr>
              <a:t>Microsoft Power BI</a:t>
            </a:r>
            <a:endParaRPr lang="en-US" sz="1050" dirty="0"/>
          </a:p>
        </p:txBody>
      </p:sp>
      <p:sp>
        <p:nvSpPr>
          <p:cNvPr id="50" name="Text 10">
            <a:extLst>
              <a:ext uri="{FF2B5EF4-FFF2-40B4-BE49-F238E27FC236}">
                <a16:creationId xmlns:a16="http://schemas.microsoft.com/office/drawing/2014/main" id="{D544A423-628E-2B1F-D5C7-8B0583B9EC93}"/>
              </a:ext>
            </a:extLst>
          </p:cNvPr>
          <p:cNvSpPr/>
          <p:nvPr/>
        </p:nvSpPr>
        <p:spPr>
          <a:xfrm>
            <a:off x="502920" y="2203704"/>
            <a:ext cx="1371600" cy="320040"/>
          </a:xfrm>
          <a:prstGeom prst="rect">
            <a:avLst/>
          </a:prstGeom>
          <a:noFill/>
          <a:ln/>
        </p:spPr>
        <p:txBody>
          <a:bodyPr wrap="square" lIns="0" tIns="0" rIns="0" bIns="0" rtlCol="0" anchor="ctr"/>
          <a:lstStyle/>
          <a:p>
            <a:pPr marL="0" indent="0">
              <a:buNone/>
            </a:pPr>
            <a:r>
              <a:rPr lang="en-US" sz="1050" b="1" dirty="0">
                <a:solidFill>
                  <a:schemeClr val="tx1"/>
                </a:solidFill>
              </a:rPr>
              <a:t>Data Type:</a:t>
            </a:r>
            <a:endParaRPr lang="en-US" sz="1050" dirty="0">
              <a:solidFill>
                <a:schemeClr val="tx1"/>
              </a:solidFill>
            </a:endParaRPr>
          </a:p>
        </p:txBody>
      </p:sp>
      <p:sp>
        <p:nvSpPr>
          <p:cNvPr id="51" name="Text 11">
            <a:extLst>
              <a:ext uri="{FF2B5EF4-FFF2-40B4-BE49-F238E27FC236}">
                <a16:creationId xmlns:a16="http://schemas.microsoft.com/office/drawing/2014/main" id="{2AC750A8-7FAF-2C0E-8A88-5A9E47F959F1}"/>
              </a:ext>
            </a:extLst>
          </p:cNvPr>
          <p:cNvSpPr/>
          <p:nvPr/>
        </p:nvSpPr>
        <p:spPr>
          <a:xfrm>
            <a:off x="1920240" y="2203704"/>
            <a:ext cx="2423160" cy="320040"/>
          </a:xfrm>
          <a:prstGeom prst="rect">
            <a:avLst/>
          </a:prstGeom>
          <a:noFill/>
          <a:ln/>
        </p:spPr>
        <p:txBody>
          <a:bodyPr wrap="square" lIns="0" tIns="0" rIns="0" bIns="0" rtlCol="0" anchor="ctr"/>
          <a:lstStyle/>
          <a:p>
            <a:pPr marL="0" indent="0">
              <a:buNone/>
            </a:pPr>
            <a:r>
              <a:rPr lang="en-US" sz="1050" dirty="0">
                <a:solidFill>
                  <a:srgbClr val="334155"/>
                </a:solidFill>
              </a:rPr>
              <a:t>Stock Market Data</a:t>
            </a:r>
            <a:endParaRPr lang="en-US" sz="1050" dirty="0"/>
          </a:p>
        </p:txBody>
      </p:sp>
      <p:sp>
        <p:nvSpPr>
          <p:cNvPr id="52" name="Shape 12">
            <a:extLst>
              <a:ext uri="{FF2B5EF4-FFF2-40B4-BE49-F238E27FC236}">
                <a16:creationId xmlns:a16="http://schemas.microsoft.com/office/drawing/2014/main" id="{5891B9AF-E025-64D0-CED3-4B2C4F178112}"/>
              </a:ext>
            </a:extLst>
          </p:cNvPr>
          <p:cNvSpPr/>
          <p:nvPr/>
        </p:nvSpPr>
        <p:spPr>
          <a:xfrm>
            <a:off x="365760" y="2587752"/>
            <a:ext cx="4114800" cy="448056"/>
          </a:xfrm>
          <a:prstGeom prst="rect">
            <a:avLst/>
          </a:prstGeom>
          <a:solidFill>
            <a:srgbClr val="F0F4F8"/>
          </a:solidFill>
          <a:ln w="12700">
            <a:solidFill>
              <a:schemeClr val="tx1"/>
            </a:solidFill>
            <a:prstDash val="solid"/>
          </a:ln>
        </p:spPr>
        <p:txBody>
          <a:bodyPr/>
          <a:lstStyle/>
          <a:p>
            <a:endParaRPr lang="en-IN"/>
          </a:p>
        </p:txBody>
      </p:sp>
      <p:sp>
        <p:nvSpPr>
          <p:cNvPr id="53" name="Text 13">
            <a:extLst>
              <a:ext uri="{FF2B5EF4-FFF2-40B4-BE49-F238E27FC236}">
                <a16:creationId xmlns:a16="http://schemas.microsoft.com/office/drawing/2014/main" id="{88C528F4-9930-1A31-CC36-B4DF2F7088A0}"/>
              </a:ext>
            </a:extLst>
          </p:cNvPr>
          <p:cNvSpPr/>
          <p:nvPr/>
        </p:nvSpPr>
        <p:spPr>
          <a:xfrm>
            <a:off x="502920" y="2651760"/>
            <a:ext cx="1371600" cy="320040"/>
          </a:xfrm>
          <a:prstGeom prst="rect">
            <a:avLst/>
          </a:prstGeom>
          <a:noFill/>
          <a:ln/>
        </p:spPr>
        <p:txBody>
          <a:bodyPr wrap="square" lIns="0" tIns="0" rIns="0" bIns="0" rtlCol="0" anchor="ctr"/>
          <a:lstStyle/>
          <a:p>
            <a:pPr marL="0" indent="0">
              <a:buNone/>
            </a:pPr>
            <a:r>
              <a:rPr lang="en-US" sz="1050" b="1" dirty="0">
                <a:solidFill>
                  <a:schemeClr val="tx1"/>
                </a:solidFill>
              </a:rPr>
              <a:t>Companies:</a:t>
            </a:r>
            <a:endParaRPr lang="en-US" sz="1050" dirty="0">
              <a:solidFill>
                <a:schemeClr val="tx1"/>
              </a:solidFill>
            </a:endParaRPr>
          </a:p>
        </p:txBody>
      </p:sp>
      <p:sp>
        <p:nvSpPr>
          <p:cNvPr id="54" name="Text 14">
            <a:extLst>
              <a:ext uri="{FF2B5EF4-FFF2-40B4-BE49-F238E27FC236}">
                <a16:creationId xmlns:a16="http://schemas.microsoft.com/office/drawing/2014/main" id="{204C3A69-636C-B844-9591-77F8E252D9AD}"/>
              </a:ext>
            </a:extLst>
          </p:cNvPr>
          <p:cNvSpPr/>
          <p:nvPr/>
        </p:nvSpPr>
        <p:spPr>
          <a:xfrm>
            <a:off x="1920240" y="2651760"/>
            <a:ext cx="2423160" cy="320040"/>
          </a:xfrm>
          <a:prstGeom prst="rect">
            <a:avLst/>
          </a:prstGeom>
          <a:noFill/>
          <a:ln/>
        </p:spPr>
        <p:txBody>
          <a:bodyPr wrap="square" lIns="0" tIns="0" rIns="0" bIns="0" rtlCol="0" anchor="ctr"/>
          <a:lstStyle/>
          <a:p>
            <a:pPr marL="0" indent="0">
              <a:buNone/>
            </a:pPr>
            <a:r>
              <a:rPr lang="en-US" sz="1050" dirty="0">
                <a:solidFill>
                  <a:srgbClr val="334155"/>
                </a:solidFill>
              </a:rPr>
              <a:t>50+ Technology Firms</a:t>
            </a:r>
            <a:endParaRPr lang="en-US" sz="1050" dirty="0"/>
          </a:p>
        </p:txBody>
      </p:sp>
      <p:sp>
        <p:nvSpPr>
          <p:cNvPr id="55" name="Text 15">
            <a:extLst>
              <a:ext uri="{FF2B5EF4-FFF2-40B4-BE49-F238E27FC236}">
                <a16:creationId xmlns:a16="http://schemas.microsoft.com/office/drawing/2014/main" id="{FC846B6A-2B07-5A88-BB75-986A5D79ABE0}"/>
              </a:ext>
            </a:extLst>
          </p:cNvPr>
          <p:cNvSpPr/>
          <p:nvPr/>
        </p:nvSpPr>
        <p:spPr>
          <a:xfrm>
            <a:off x="502920" y="3099816"/>
            <a:ext cx="1371600" cy="320040"/>
          </a:xfrm>
          <a:prstGeom prst="rect">
            <a:avLst/>
          </a:prstGeom>
          <a:noFill/>
          <a:ln/>
        </p:spPr>
        <p:txBody>
          <a:bodyPr wrap="square" lIns="0" tIns="0" rIns="0" bIns="0" rtlCol="0" anchor="ctr"/>
          <a:lstStyle/>
          <a:p>
            <a:pPr marL="0" indent="0">
              <a:buNone/>
            </a:pPr>
            <a:r>
              <a:rPr lang="en-US" sz="1050" b="1" dirty="0">
                <a:solidFill>
                  <a:schemeClr val="tx1"/>
                </a:solidFill>
              </a:rPr>
              <a:t>Sectors</a:t>
            </a:r>
            <a:r>
              <a:rPr lang="en-US" sz="1050" b="1" dirty="0">
                <a:solidFill>
                  <a:srgbClr val="0D8B8B"/>
                </a:solidFill>
              </a:rPr>
              <a:t>:</a:t>
            </a:r>
            <a:endParaRPr lang="en-US" sz="1050" dirty="0"/>
          </a:p>
        </p:txBody>
      </p:sp>
      <p:sp>
        <p:nvSpPr>
          <p:cNvPr id="56" name="Text 16">
            <a:extLst>
              <a:ext uri="{FF2B5EF4-FFF2-40B4-BE49-F238E27FC236}">
                <a16:creationId xmlns:a16="http://schemas.microsoft.com/office/drawing/2014/main" id="{7357C785-F7F4-186D-3EAF-4F9871C020A6}"/>
              </a:ext>
            </a:extLst>
          </p:cNvPr>
          <p:cNvSpPr/>
          <p:nvPr/>
        </p:nvSpPr>
        <p:spPr>
          <a:xfrm>
            <a:off x="1920240" y="3099816"/>
            <a:ext cx="2423160" cy="320040"/>
          </a:xfrm>
          <a:prstGeom prst="rect">
            <a:avLst/>
          </a:prstGeom>
          <a:noFill/>
          <a:ln/>
        </p:spPr>
        <p:txBody>
          <a:bodyPr wrap="square" lIns="0" tIns="0" rIns="0" bIns="0" rtlCol="0" anchor="ctr"/>
          <a:lstStyle/>
          <a:p>
            <a:pPr marL="0" indent="0">
              <a:buNone/>
            </a:pPr>
            <a:r>
              <a:rPr lang="en-US" sz="1050" dirty="0">
                <a:solidFill>
                  <a:srgbClr val="334155"/>
                </a:solidFill>
              </a:rPr>
              <a:t>CRM, ERP, SaaS Solutions</a:t>
            </a:r>
            <a:endParaRPr lang="en-US" sz="1050" dirty="0"/>
          </a:p>
        </p:txBody>
      </p:sp>
      <p:sp>
        <p:nvSpPr>
          <p:cNvPr id="57" name="Shape 17">
            <a:extLst>
              <a:ext uri="{FF2B5EF4-FFF2-40B4-BE49-F238E27FC236}">
                <a16:creationId xmlns:a16="http://schemas.microsoft.com/office/drawing/2014/main" id="{382443B3-5ADC-8D95-0BB0-57EBE94B79AC}"/>
              </a:ext>
            </a:extLst>
          </p:cNvPr>
          <p:cNvSpPr/>
          <p:nvPr/>
        </p:nvSpPr>
        <p:spPr>
          <a:xfrm>
            <a:off x="365760" y="3483864"/>
            <a:ext cx="4114800" cy="448056"/>
          </a:xfrm>
          <a:prstGeom prst="rect">
            <a:avLst/>
          </a:prstGeom>
          <a:solidFill>
            <a:srgbClr val="F0F4F8"/>
          </a:solidFill>
          <a:ln w="12700">
            <a:solidFill>
              <a:schemeClr val="tx1"/>
            </a:solidFill>
            <a:prstDash val="solid"/>
          </a:ln>
        </p:spPr>
        <p:txBody>
          <a:bodyPr/>
          <a:lstStyle/>
          <a:p>
            <a:endParaRPr lang="en-IN"/>
          </a:p>
        </p:txBody>
      </p:sp>
      <p:sp>
        <p:nvSpPr>
          <p:cNvPr id="58" name="Text 18">
            <a:extLst>
              <a:ext uri="{FF2B5EF4-FFF2-40B4-BE49-F238E27FC236}">
                <a16:creationId xmlns:a16="http://schemas.microsoft.com/office/drawing/2014/main" id="{DD961247-3F63-8065-0C2B-C00559E88CA0}"/>
              </a:ext>
            </a:extLst>
          </p:cNvPr>
          <p:cNvSpPr/>
          <p:nvPr/>
        </p:nvSpPr>
        <p:spPr>
          <a:xfrm>
            <a:off x="502920" y="3547872"/>
            <a:ext cx="1371600" cy="320040"/>
          </a:xfrm>
          <a:prstGeom prst="rect">
            <a:avLst/>
          </a:prstGeom>
          <a:noFill/>
          <a:ln/>
        </p:spPr>
        <p:txBody>
          <a:bodyPr wrap="square" lIns="0" tIns="0" rIns="0" bIns="0" rtlCol="0" anchor="ctr"/>
          <a:lstStyle/>
          <a:p>
            <a:pPr marL="0" indent="0">
              <a:buNone/>
            </a:pPr>
            <a:r>
              <a:rPr lang="en-US" sz="1050" b="1" dirty="0">
                <a:solidFill>
                  <a:schemeClr val="tx1"/>
                </a:solidFill>
              </a:rPr>
              <a:t>Time Period:</a:t>
            </a:r>
            <a:endParaRPr lang="en-US" sz="1050" dirty="0">
              <a:solidFill>
                <a:schemeClr val="tx1"/>
              </a:solidFill>
            </a:endParaRPr>
          </a:p>
        </p:txBody>
      </p:sp>
      <p:sp>
        <p:nvSpPr>
          <p:cNvPr id="59" name="Text 19">
            <a:extLst>
              <a:ext uri="{FF2B5EF4-FFF2-40B4-BE49-F238E27FC236}">
                <a16:creationId xmlns:a16="http://schemas.microsoft.com/office/drawing/2014/main" id="{C08F2FE5-3ECE-A514-13B2-D102D82C92DC}"/>
              </a:ext>
            </a:extLst>
          </p:cNvPr>
          <p:cNvSpPr/>
          <p:nvPr/>
        </p:nvSpPr>
        <p:spPr>
          <a:xfrm>
            <a:off x="1920240" y="3547872"/>
            <a:ext cx="2423160" cy="320040"/>
          </a:xfrm>
          <a:prstGeom prst="rect">
            <a:avLst/>
          </a:prstGeom>
          <a:noFill/>
          <a:ln/>
        </p:spPr>
        <p:txBody>
          <a:bodyPr wrap="square" lIns="0" tIns="0" rIns="0" bIns="0" rtlCol="0" anchor="ctr"/>
          <a:lstStyle/>
          <a:p>
            <a:pPr marL="0" indent="0">
              <a:buNone/>
            </a:pPr>
            <a:r>
              <a:rPr lang="en-US" sz="1050" dirty="0">
                <a:solidFill>
                  <a:srgbClr val="334155"/>
                </a:solidFill>
              </a:rPr>
              <a:t>Multi-Year Historical Data</a:t>
            </a:r>
            <a:endParaRPr lang="en-US" sz="1050" dirty="0"/>
          </a:p>
        </p:txBody>
      </p:sp>
      <p:sp>
        <p:nvSpPr>
          <p:cNvPr id="60" name="Text 20">
            <a:extLst>
              <a:ext uri="{FF2B5EF4-FFF2-40B4-BE49-F238E27FC236}">
                <a16:creationId xmlns:a16="http://schemas.microsoft.com/office/drawing/2014/main" id="{17C090D0-8120-C925-539A-9EE9895C65E2}"/>
              </a:ext>
            </a:extLst>
          </p:cNvPr>
          <p:cNvSpPr/>
          <p:nvPr/>
        </p:nvSpPr>
        <p:spPr>
          <a:xfrm>
            <a:off x="502920" y="3995928"/>
            <a:ext cx="1371600" cy="320040"/>
          </a:xfrm>
          <a:prstGeom prst="rect">
            <a:avLst/>
          </a:prstGeom>
          <a:noFill/>
          <a:ln/>
        </p:spPr>
        <p:txBody>
          <a:bodyPr wrap="square" lIns="0" tIns="0" rIns="0" bIns="0" rtlCol="0" anchor="ctr"/>
          <a:lstStyle/>
          <a:p>
            <a:pPr marL="0" indent="0">
              <a:buNone/>
            </a:pPr>
            <a:r>
              <a:rPr lang="en-US" sz="1050" b="1" dirty="0">
                <a:solidFill>
                  <a:schemeClr val="tx1"/>
                </a:solidFill>
              </a:rPr>
              <a:t>Geography:</a:t>
            </a:r>
            <a:endParaRPr lang="en-US" sz="1050" dirty="0">
              <a:solidFill>
                <a:schemeClr val="tx1"/>
              </a:solidFill>
            </a:endParaRPr>
          </a:p>
        </p:txBody>
      </p:sp>
      <p:sp>
        <p:nvSpPr>
          <p:cNvPr id="61" name="Text 21">
            <a:extLst>
              <a:ext uri="{FF2B5EF4-FFF2-40B4-BE49-F238E27FC236}">
                <a16:creationId xmlns:a16="http://schemas.microsoft.com/office/drawing/2014/main" id="{D5716502-6AAF-9EB0-D5BE-69B85DBA7ED6}"/>
              </a:ext>
            </a:extLst>
          </p:cNvPr>
          <p:cNvSpPr/>
          <p:nvPr/>
        </p:nvSpPr>
        <p:spPr>
          <a:xfrm>
            <a:off x="1920240" y="3995928"/>
            <a:ext cx="2423160" cy="320040"/>
          </a:xfrm>
          <a:prstGeom prst="rect">
            <a:avLst/>
          </a:prstGeom>
          <a:noFill/>
          <a:ln/>
        </p:spPr>
        <p:txBody>
          <a:bodyPr wrap="square" lIns="0" tIns="0" rIns="0" bIns="0" rtlCol="0" anchor="ctr"/>
          <a:lstStyle/>
          <a:p>
            <a:pPr marL="0" indent="0">
              <a:buNone/>
            </a:pPr>
            <a:r>
              <a:rPr lang="en-US" sz="1050" dirty="0">
                <a:solidFill>
                  <a:srgbClr val="334155"/>
                </a:solidFill>
              </a:rPr>
              <a:t>India Markets</a:t>
            </a:r>
            <a:endParaRPr lang="en-US" sz="1050" dirty="0"/>
          </a:p>
        </p:txBody>
      </p:sp>
      <p:sp>
        <p:nvSpPr>
          <p:cNvPr id="62" name="Shape 22">
            <a:extLst>
              <a:ext uri="{FF2B5EF4-FFF2-40B4-BE49-F238E27FC236}">
                <a16:creationId xmlns:a16="http://schemas.microsoft.com/office/drawing/2014/main" id="{5BCC14B4-4EA2-60DB-9D04-4C976ADE08C8}"/>
              </a:ext>
            </a:extLst>
          </p:cNvPr>
          <p:cNvSpPr/>
          <p:nvPr/>
        </p:nvSpPr>
        <p:spPr>
          <a:xfrm>
            <a:off x="365760" y="4379976"/>
            <a:ext cx="4114800" cy="448056"/>
          </a:xfrm>
          <a:prstGeom prst="rect">
            <a:avLst/>
          </a:prstGeom>
          <a:solidFill>
            <a:srgbClr val="F0F4F8"/>
          </a:solidFill>
          <a:ln w="12700">
            <a:solidFill>
              <a:schemeClr val="tx1"/>
            </a:solidFill>
            <a:prstDash val="solid"/>
          </a:ln>
        </p:spPr>
        <p:txBody>
          <a:bodyPr/>
          <a:lstStyle/>
          <a:p>
            <a:endParaRPr lang="en-IN"/>
          </a:p>
        </p:txBody>
      </p:sp>
      <p:sp>
        <p:nvSpPr>
          <p:cNvPr id="63" name="Text 23">
            <a:extLst>
              <a:ext uri="{FF2B5EF4-FFF2-40B4-BE49-F238E27FC236}">
                <a16:creationId xmlns:a16="http://schemas.microsoft.com/office/drawing/2014/main" id="{A567CFFB-19BF-B721-182F-CAFB809AA355}"/>
              </a:ext>
            </a:extLst>
          </p:cNvPr>
          <p:cNvSpPr/>
          <p:nvPr/>
        </p:nvSpPr>
        <p:spPr>
          <a:xfrm>
            <a:off x="502920" y="4443984"/>
            <a:ext cx="1371600" cy="320040"/>
          </a:xfrm>
          <a:prstGeom prst="rect">
            <a:avLst/>
          </a:prstGeom>
          <a:noFill/>
          <a:ln/>
        </p:spPr>
        <p:txBody>
          <a:bodyPr wrap="square" lIns="0" tIns="0" rIns="0" bIns="0" rtlCol="0" anchor="ctr"/>
          <a:lstStyle/>
          <a:p>
            <a:pPr marL="0" indent="0">
              <a:buNone/>
            </a:pPr>
            <a:r>
              <a:rPr lang="en-US" sz="1050" b="1" dirty="0">
                <a:solidFill>
                  <a:schemeClr val="tx1"/>
                </a:solidFill>
              </a:rPr>
              <a:t>Records:</a:t>
            </a:r>
            <a:endParaRPr lang="en-US" sz="1050" dirty="0">
              <a:solidFill>
                <a:schemeClr val="tx1"/>
              </a:solidFill>
            </a:endParaRPr>
          </a:p>
        </p:txBody>
      </p:sp>
      <p:sp>
        <p:nvSpPr>
          <p:cNvPr id="461" name="Text 24">
            <a:extLst>
              <a:ext uri="{FF2B5EF4-FFF2-40B4-BE49-F238E27FC236}">
                <a16:creationId xmlns:a16="http://schemas.microsoft.com/office/drawing/2014/main" id="{440288DB-1696-2506-2AC4-5CDE95DF53CD}"/>
              </a:ext>
            </a:extLst>
          </p:cNvPr>
          <p:cNvSpPr/>
          <p:nvPr/>
        </p:nvSpPr>
        <p:spPr>
          <a:xfrm>
            <a:off x="1920240" y="4443984"/>
            <a:ext cx="2423160" cy="320040"/>
          </a:xfrm>
          <a:prstGeom prst="rect">
            <a:avLst/>
          </a:prstGeom>
          <a:noFill/>
          <a:ln/>
        </p:spPr>
        <p:txBody>
          <a:bodyPr wrap="square" lIns="0" tIns="0" rIns="0" bIns="0" rtlCol="0" anchor="ctr"/>
          <a:lstStyle/>
          <a:p>
            <a:pPr marL="0" indent="0">
              <a:buNone/>
            </a:pPr>
            <a:r>
              <a:rPr lang="en-US" sz="1050" dirty="0">
                <a:solidFill>
                  <a:srgbClr val="334155"/>
                </a:solidFill>
              </a:rPr>
              <a:t>10,000+ Data Points</a:t>
            </a:r>
            <a:endParaRPr lang="en-US" sz="1050" dirty="0"/>
          </a:p>
        </p:txBody>
      </p:sp>
      <p:sp>
        <p:nvSpPr>
          <p:cNvPr id="462" name="Shape 25">
            <a:extLst>
              <a:ext uri="{FF2B5EF4-FFF2-40B4-BE49-F238E27FC236}">
                <a16:creationId xmlns:a16="http://schemas.microsoft.com/office/drawing/2014/main" id="{CEB80F40-36E0-C6F1-F137-EC71CBB29B8F}"/>
              </a:ext>
            </a:extLst>
          </p:cNvPr>
          <p:cNvSpPr/>
          <p:nvPr/>
        </p:nvSpPr>
        <p:spPr>
          <a:xfrm>
            <a:off x="4663440" y="1051560"/>
            <a:ext cx="4114800" cy="3749040"/>
          </a:xfrm>
          <a:prstGeom prst="rect">
            <a:avLst/>
          </a:prstGeom>
          <a:solidFill>
            <a:srgbClr val="FFFFFF"/>
          </a:solidFill>
          <a:ln w="12700">
            <a:solidFill>
              <a:srgbClr val="CBD5E1"/>
            </a:solidFill>
            <a:prstDash val="solid"/>
          </a:ln>
          <a:effectLst>
            <a:outerShdw blurRad="101600" dist="38100" dir="8100000" algn="bl" rotWithShape="0">
              <a:srgbClr val="000000">
                <a:alpha val="15000"/>
              </a:srgbClr>
            </a:outerShdw>
          </a:effectLst>
        </p:spPr>
        <p:txBody>
          <a:bodyPr/>
          <a:lstStyle/>
          <a:p>
            <a:endParaRPr lang="en-IN"/>
          </a:p>
        </p:txBody>
      </p:sp>
      <p:sp>
        <p:nvSpPr>
          <p:cNvPr id="463" name="Shape 26">
            <a:extLst>
              <a:ext uri="{FF2B5EF4-FFF2-40B4-BE49-F238E27FC236}">
                <a16:creationId xmlns:a16="http://schemas.microsoft.com/office/drawing/2014/main" id="{04B16B74-EE99-8A3B-96BB-F8ED659D7415}"/>
              </a:ext>
            </a:extLst>
          </p:cNvPr>
          <p:cNvSpPr/>
          <p:nvPr/>
        </p:nvSpPr>
        <p:spPr>
          <a:xfrm>
            <a:off x="4663440" y="1051560"/>
            <a:ext cx="4114800" cy="457200"/>
          </a:xfrm>
          <a:prstGeom prst="rect">
            <a:avLst/>
          </a:prstGeom>
          <a:solidFill>
            <a:srgbClr val="1A4A7A"/>
          </a:solidFill>
          <a:ln w="12700">
            <a:solidFill>
              <a:srgbClr val="1A4A7A"/>
            </a:solidFill>
            <a:prstDash val="solid"/>
          </a:ln>
        </p:spPr>
        <p:txBody>
          <a:bodyPr/>
          <a:lstStyle/>
          <a:p>
            <a:endParaRPr lang="en-IN"/>
          </a:p>
        </p:txBody>
      </p:sp>
      <p:sp>
        <p:nvSpPr>
          <p:cNvPr id="464" name="Text 27">
            <a:extLst>
              <a:ext uri="{FF2B5EF4-FFF2-40B4-BE49-F238E27FC236}">
                <a16:creationId xmlns:a16="http://schemas.microsoft.com/office/drawing/2014/main" id="{C76A4BD6-170F-5A5A-F669-827917BEF256}"/>
              </a:ext>
            </a:extLst>
          </p:cNvPr>
          <p:cNvSpPr/>
          <p:nvPr/>
        </p:nvSpPr>
        <p:spPr>
          <a:xfrm>
            <a:off x="4663440" y="1051560"/>
            <a:ext cx="4114800" cy="457200"/>
          </a:xfrm>
          <a:prstGeom prst="rect">
            <a:avLst/>
          </a:prstGeom>
          <a:noFill/>
          <a:ln/>
        </p:spPr>
        <p:txBody>
          <a:bodyPr wrap="square" lIns="0" tIns="0" rIns="0" bIns="0" rtlCol="0" anchor="ctr"/>
          <a:lstStyle/>
          <a:p>
            <a:pPr marL="0" indent="0" algn="ctr">
              <a:buNone/>
            </a:pPr>
            <a:r>
              <a:rPr lang="en-US" sz="1300" b="1" dirty="0">
                <a:solidFill>
                  <a:srgbClr val="FFFFFF"/>
                </a:solidFill>
              </a:rPr>
              <a:t>ANALYSIS SCOPE</a:t>
            </a:r>
            <a:endParaRPr lang="en-US" sz="1300" dirty="0"/>
          </a:p>
        </p:txBody>
      </p:sp>
      <p:sp>
        <p:nvSpPr>
          <p:cNvPr id="465" name="Shape 28">
            <a:extLst>
              <a:ext uri="{FF2B5EF4-FFF2-40B4-BE49-F238E27FC236}">
                <a16:creationId xmlns:a16="http://schemas.microsoft.com/office/drawing/2014/main" id="{1CA86EB9-0B50-3F4D-F69C-D97E7CE540E1}"/>
              </a:ext>
            </a:extLst>
          </p:cNvPr>
          <p:cNvSpPr/>
          <p:nvPr/>
        </p:nvSpPr>
        <p:spPr>
          <a:xfrm>
            <a:off x="4754880" y="1709928"/>
            <a:ext cx="365760" cy="365760"/>
          </a:xfrm>
          <a:prstGeom prst="rect">
            <a:avLst/>
          </a:prstGeom>
          <a:solidFill>
            <a:srgbClr val="0D8B8B"/>
          </a:solidFill>
          <a:ln w="12700">
            <a:solidFill>
              <a:srgbClr val="0D8B8B"/>
            </a:solidFill>
            <a:prstDash val="solid"/>
          </a:ln>
        </p:spPr>
        <p:txBody>
          <a:bodyPr/>
          <a:lstStyle/>
          <a:p>
            <a:endParaRPr lang="en-IN"/>
          </a:p>
        </p:txBody>
      </p:sp>
      <p:sp>
        <p:nvSpPr>
          <p:cNvPr id="466" name="Text 29">
            <a:extLst>
              <a:ext uri="{FF2B5EF4-FFF2-40B4-BE49-F238E27FC236}">
                <a16:creationId xmlns:a16="http://schemas.microsoft.com/office/drawing/2014/main" id="{CACBD443-BEFB-37FD-295F-D9A8C2D99632}"/>
              </a:ext>
            </a:extLst>
          </p:cNvPr>
          <p:cNvSpPr/>
          <p:nvPr/>
        </p:nvSpPr>
        <p:spPr>
          <a:xfrm>
            <a:off x="4754880" y="170992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rPr>
              <a:t>01</a:t>
            </a:r>
            <a:endParaRPr lang="en-US" sz="1000" dirty="0"/>
          </a:p>
        </p:txBody>
      </p:sp>
      <p:sp>
        <p:nvSpPr>
          <p:cNvPr id="467" name="Text 30">
            <a:extLst>
              <a:ext uri="{FF2B5EF4-FFF2-40B4-BE49-F238E27FC236}">
                <a16:creationId xmlns:a16="http://schemas.microsoft.com/office/drawing/2014/main" id="{6C19749D-D889-AEE6-B809-7F7C9E3E0FCD}"/>
              </a:ext>
            </a:extLst>
          </p:cNvPr>
          <p:cNvSpPr/>
          <p:nvPr/>
        </p:nvSpPr>
        <p:spPr>
          <a:xfrm>
            <a:off x="5230368" y="1709928"/>
            <a:ext cx="3429000" cy="201168"/>
          </a:xfrm>
          <a:prstGeom prst="rect">
            <a:avLst/>
          </a:prstGeom>
          <a:noFill/>
          <a:ln/>
        </p:spPr>
        <p:txBody>
          <a:bodyPr wrap="square" lIns="0" tIns="0" rIns="0" bIns="0" rtlCol="0" anchor="ctr"/>
          <a:lstStyle/>
          <a:p>
            <a:pPr marL="0" indent="0">
              <a:buNone/>
            </a:pPr>
            <a:r>
              <a:rPr lang="en-US" sz="1100" b="1" dirty="0">
                <a:solidFill>
                  <a:srgbClr val="1B2E4B"/>
                </a:solidFill>
              </a:rPr>
              <a:t>Market Landscape</a:t>
            </a:r>
            <a:endParaRPr lang="en-US" sz="1100" dirty="0"/>
          </a:p>
        </p:txBody>
      </p:sp>
      <p:sp>
        <p:nvSpPr>
          <p:cNvPr id="468" name="Text 31">
            <a:extLst>
              <a:ext uri="{FF2B5EF4-FFF2-40B4-BE49-F238E27FC236}">
                <a16:creationId xmlns:a16="http://schemas.microsoft.com/office/drawing/2014/main" id="{D28ABC5F-ABA7-73C1-70B9-562841060190}"/>
              </a:ext>
            </a:extLst>
          </p:cNvPr>
          <p:cNvSpPr/>
          <p:nvPr/>
        </p:nvSpPr>
        <p:spPr>
          <a:xfrm>
            <a:off x="5230368" y="1911096"/>
            <a:ext cx="3429000" cy="182880"/>
          </a:xfrm>
          <a:prstGeom prst="rect">
            <a:avLst/>
          </a:prstGeom>
          <a:noFill/>
          <a:ln/>
        </p:spPr>
        <p:txBody>
          <a:bodyPr wrap="square" lIns="0" tIns="0" rIns="0" bIns="0" rtlCol="0" anchor="ctr"/>
          <a:lstStyle/>
          <a:p>
            <a:pPr marL="0" indent="0">
              <a:buNone/>
            </a:pPr>
            <a:r>
              <a:rPr lang="en-US" sz="950" dirty="0">
                <a:solidFill>
                  <a:srgbClr val="64748B"/>
                </a:solidFill>
              </a:rPr>
              <a:t>Industry &amp; Competitor Analysis</a:t>
            </a:r>
            <a:endParaRPr lang="en-US" sz="950" dirty="0"/>
          </a:p>
        </p:txBody>
      </p:sp>
      <p:sp>
        <p:nvSpPr>
          <p:cNvPr id="469" name="Shape 32">
            <a:extLst>
              <a:ext uri="{FF2B5EF4-FFF2-40B4-BE49-F238E27FC236}">
                <a16:creationId xmlns:a16="http://schemas.microsoft.com/office/drawing/2014/main" id="{E5C3D3E5-B47C-CBA1-F207-E7CE5AC3F489}"/>
              </a:ext>
            </a:extLst>
          </p:cNvPr>
          <p:cNvSpPr/>
          <p:nvPr/>
        </p:nvSpPr>
        <p:spPr>
          <a:xfrm>
            <a:off x="4754880" y="2212848"/>
            <a:ext cx="365760" cy="365760"/>
          </a:xfrm>
          <a:prstGeom prst="rect">
            <a:avLst/>
          </a:prstGeom>
          <a:solidFill>
            <a:srgbClr val="0D8B8B"/>
          </a:solidFill>
          <a:ln w="12700">
            <a:solidFill>
              <a:srgbClr val="0D8B8B"/>
            </a:solidFill>
            <a:prstDash val="solid"/>
          </a:ln>
        </p:spPr>
        <p:txBody>
          <a:bodyPr/>
          <a:lstStyle/>
          <a:p>
            <a:endParaRPr lang="en-IN"/>
          </a:p>
        </p:txBody>
      </p:sp>
      <p:sp>
        <p:nvSpPr>
          <p:cNvPr id="470" name="Text 33">
            <a:extLst>
              <a:ext uri="{FF2B5EF4-FFF2-40B4-BE49-F238E27FC236}">
                <a16:creationId xmlns:a16="http://schemas.microsoft.com/office/drawing/2014/main" id="{791F67C7-69C2-7372-BFA3-E8FE83F1E154}"/>
              </a:ext>
            </a:extLst>
          </p:cNvPr>
          <p:cNvSpPr/>
          <p:nvPr/>
        </p:nvSpPr>
        <p:spPr>
          <a:xfrm>
            <a:off x="4754880" y="221284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rPr>
              <a:t>02</a:t>
            </a:r>
            <a:endParaRPr lang="en-US" sz="1000" dirty="0"/>
          </a:p>
        </p:txBody>
      </p:sp>
      <p:sp>
        <p:nvSpPr>
          <p:cNvPr id="471" name="Text 34">
            <a:extLst>
              <a:ext uri="{FF2B5EF4-FFF2-40B4-BE49-F238E27FC236}">
                <a16:creationId xmlns:a16="http://schemas.microsoft.com/office/drawing/2014/main" id="{8737EF16-ABFC-7FFF-2E76-6AC077DB09A2}"/>
              </a:ext>
            </a:extLst>
          </p:cNvPr>
          <p:cNvSpPr/>
          <p:nvPr/>
        </p:nvSpPr>
        <p:spPr>
          <a:xfrm>
            <a:off x="5230368" y="2212848"/>
            <a:ext cx="3429000" cy="201168"/>
          </a:xfrm>
          <a:prstGeom prst="rect">
            <a:avLst/>
          </a:prstGeom>
          <a:noFill/>
          <a:ln/>
        </p:spPr>
        <p:txBody>
          <a:bodyPr wrap="square" lIns="0" tIns="0" rIns="0" bIns="0" rtlCol="0" anchor="ctr"/>
          <a:lstStyle/>
          <a:p>
            <a:pPr marL="0" indent="0">
              <a:buNone/>
            </a:pPr>
            <a:r>
              <a:rPr lang="en-US" sz="1100" b="1" dirty="0">
                <a:solidFill>
                  <a:srgbClr val="1B2E4B"/>
                </a:solidFill>
              </a:rPr>
              <a:t>Client Potential</a:t>
            </a:r>
            <a:endParaRPr lang="en-US" sz="1100" dirty="0"/>
          </a:p>
        </p:txBody>
      </p:sp>
      <p:sp>
        <p:nvSpPr>
          <p:cNvPr id="472" name="Text 35">
            <a:extLst>
              <a:ext uri="{FF2B5EF4-FFF2-40B4-BE49-F238E27FC236}">
                <a16:creationId xmlns:a16="http://schemas.microsoft.com/office/drawing/2014/main" id="{CAF45848-D1C4-37F6-9D3B-BAB02052D240}"/>
              </a:ext>
            </a:extLst>
          </p:cNvPr>
          <p:cNvSpPr/>
          <p:nvPr/>
        </p:nvSpPr>
        <p:spPr>
          <a:xfrm>
            <a:off x="5230368" y="2414016"/>
            <a:ext cx="3429000" cy="182880"/>
          </a:xfrm>
          <a:prstGeom prst="rect">
            <a:avLst/>
          </a:prstGeom>
          <a:noFill/>
          <a:ln/>
        </p:spPr>
        <p:txBody>
          <a:bodyPr wrap="square" lIns="0" tIns="0" rIns="0" bIns="0" rtlCol="0" anchor="ctr"/>
          <a:lstStyle/>
          <a:p>
            <a:pPr marL="0" indent="0">
              <a:buNone/>
            </a:pPr>
            <a:r>
              <a:rPr lang="en-US" sz="950" dirty="0">
                <a:solidFill>
                  <a:srgbClr val="64748B"/>
                </a:solidFill>
              </a:rPr>
              <a:t>Business Performance Metrics</a:t>
            </a:r>
            <a:endParaRPr lang="en-US" sz="950" dirty="0"/>
          </a:p>
        </p:txBody>
      </p:sp>
      <p:sp>
        <p:nvSpPr>
          <p:cNvPr id="473" name="Shape 36">
            <a:extLst>
              <a:ext uri="{FF2B5EF4-FFF2-40B4-BE49-F238E27FC236}">
                <a16:creationId xmlns:a16="http://schemas.microsoft.com/office/drawing/2014/main" id="{0C435946-E165-A01D-5782-79E0D795E345}"/>
              </a:ext>
            </a:extLst>
          </p:cNvPr>
          <p:cNvSpPr/>
          <p:nvPr/>
        </p:nvSpPr>
        <p:spPr>
          <a:xfrm>
            <a:off x="4754880" y="2715768"/>
            <a:ext cx="365760" cy="365760"/>
          </a:xfrm>
          <a:prstGeom prst="rect">
            <a:avLst/>
          </a:prstGeom>
          <a:solidFill>
            <a:srgbClr val="0D8B8B"/>
          </a:solidFill>
          <a:ln w="12700">
            <a:solidFill>
              <a:srgbClr val="0D8B8B"/>
            </a:solidFill>
            <a:prstDash val="solid"/>
          </a:ln>
        </p:spPr>
        <p:txBody>
          <a:bodyPr/>
          <a:lstStyle/>
          <a:p>
            <a:endParaRPr lang="en-IN"/>
          </a:p>
        </p:txBody>
      </p:sp>
      <p:sp>
        <p:nvSpPr>
          <p:cNvPr id="474" name="Text 37">
            <a:extLst>
              <a:ext uri="{FF2B5EF4-FFF2-40B4-BE49-F238E27FC236}">
                <a16:creationId xmlns:a16="http://schemas.microsoft.com/office/drawing/2014/main" id="{9AF9A621-C7FB-4BFA-CFEC-8B6CEDAA38EA}"/>
              </a:ext>
            </a:extLst>
          </p:cNvPr>
          <p:cNvSpPr/>
          <p:nvPr/>
        </p:nvSpPr>
        <p:spPr>
          <a:xfrm>
            <a:off x="4754880" y="271576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rPr>
              <a:t>03</a:t>
            </a:r>
            <a:endParaRPr lang="en-US" sz="1000" dirty="0"/>
          </a:p>
        </p:txBody>
      </p:sp>
      <p:sp>
        <p:nvSpPr>
          <p:cNvPr id="475" name="Text 38">
            <a:extLst>
              <a:ext uri="{FF2B5EF4-FFF2-40B4-BE49-F238E27FC236}">
                <a16:creationId xmlns:a16="http://schemas.microsoft.com/office/drawing/2014/main" id="{730A49F1-915E-0E2D-4DDF-1917CF45A589}"/>
              </a:ext>
            </a:extLst>
          </p:cNvPr>
          <p:cNvSpPr/>
          <p:nvPr/>
        </p:nvSpPr>
        <p:spPr>
          <a:xfrm>
            <a:off x="5230368" y="2715768"/>
            <a:ext cx="3429000" cy="201168"/>
          </a:xfrm>
          <a:prstGeom prst="rect">
            <a:avLst/>
          </a:prstGeom>
          <a:noFill/>
          <a:ln/>
        </p:spPr>
        <p:txBody>
          <a:bodyPr wrap="square" lIns="0" tIns="0" rIns="0" bIns="0" rtlCol="0" anchor="ctr"/>
          <a:lstStyle/>
          <a:p>
            <a:pPr marL="0" indent="0">
              <a:buNone/>
            </a:pPr>
            <a:r>
              <a:rPr lang="en-US" sz="1100" b="1" dirty="0">
                <a:solidFill>
                  <a:srgbClr val="1B2E4B"/>
                </a:solidFill>
              </a:rPr>
              <a:t>Regional Opportunity</a:t>
            </a:r>
            <a:endParaRPr lang="en-US" sz="1100" dirty="0"/>
          </a:p>
        </p:txBody>
      </p:sp>
      <p:sp>
        <p:nvSpPr>
          <p:cNvPr id="476" name="Text 39">
            <a:extLst>
              <a:ext uri="{FF2B5EF4-FFF2-40B4-BE49-F238E27FC236}">
                <a16:creationId xmlns:a16="http://schemas.microsoft.com/office/drawing/2014/main" id="{025BFB5E-9CB2-6CAE-5114-49C63C8D9F11}"/>
              </a:ext>
            </a:extLst>
          </p:cNvPr>
          <p:cNvSpPr/>
          <p:nvPr/>
        </p:nvSpPr>
        <p:spPr>
          <a:xfrm>
            <a:off x="5230368" y="2916936"/>
            <a:ext cx="3429000" cy="182880"/>
          </a:xfrm>
          <a:prstGeom prst="rect">
            <a:avLst/>
          </a:prstGeom>
          <a:noFill/>
          <a:ln/>
        </p:spPr>
        <p:txBody>
          <a:bodyPr wrap="square" lIns="0" tIns="0" rIns="0" bIns="0" rtlCol="0" anchor="ctr"/>
          <a:lstStyle/>
          <a:p>
            <a:pPr marL="0" indent="0">
              <a:buNone/>
            </a:pPr>
            <a:r>
              <a:rPr lang="en-US" sz="950" dirty="0">
                <a:solidFill>
                  <a:srgbClr val="64748B"/>
                </a:solidFill>
              </a:rPr>
              <a:t>Geographic Distribution &amp; Demand</a:t>
            </a:r>
            <a:endParaRPr lang="en-US" sz="950" dirty="0"/>
          </a:p>
        </p:txBody>
      </p:sp>
      <p:sp>
        <p:nvSpPr>
          <p:cNvPr id="477" name="Shape 40">
            <a:extLst>
              <a:ext uri="{FF2B5EF4-FFF2-40B4-BE49-F238E27FC236}">
                <a16:creationId xmlns:a16="http://schemas.microsoft.com/office/drawing/2014/main" id="{2CA571EF-FBF7-0500-73BA-04DC1AF925B3}"/>
              </a:ext>
            </a:extLst>
          </p:cNvPr>
          <p:cNvSpPr/>
          <p:nvPr/>
        </p:nvSpPr>
        <p:spPr>
          <a:xfrm>
            <a:off x="4754880" y="3218688"/>
            <a:ext cx="365760" cy="365760"/>
          </a:xfrm>
          <a:prstGeom prst="rect">
            <a:avLst/>
          </a:prstGeom>
          <a:solidFill>
            <a:srgbClr val="0D8B8B"/>
          </a:solidFill>
          <a:ln w="12700">
            <a:solidFill>
              <a:srgbClr val="0D8B8B"/>
            </a:solidFill>
            <a:prstDash val="solid"/>
          </a:ln>
        </p:spPr>
        <p:txBody>
          <a:bodyPr/>
          <a:lstStyle/>
          <a:p>
            <a:endParaRPr lang="en-IN"/>
          </a:p>
        </p:txBody>
      </p:sp>
      <p:sp>
        <p:nvSpPr>
          <p:cNvPr id="478" name="Text 41">
            <a:extLst>
              <a:ext uri="{FF2B5EF4-FFF2-40B4-BE49-F238E27FC236}">
                <a16:creationId xmlns:a16="http://schemas.microsoft.com/office/drawing/2014/main" id="{FF135A4A-AF94-69AB-9AF2-5D0BFC692B05}"/>
              </a:ext>
            </a:extLst>
          </p:cNvPr>
          <p:cNvSpPr/>
          <p:nvPr/>
        </p:nvSpPr>
        <p:spPr>
          <a:xfrm>
            <a:off x="4754880" y="321868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rPr>
              <a:t>04</a:t>
            </a:r>
            <a:endParaRPr lang="en-US" sz="1000" dirty="0"/>
          </a:p>
        </p:txBody>
      </p:sp>
      <p:sp>
        <p:nvSpPr>
          <p:cNvPr id="479" name="Text 42">
            <a:extLst>
              <a:ext uri="{FF2B5EF4-FFF2-40B4-BE49-F238E27FC236}">
                <a16:creationId xmlns:a16="http://schemas.microsoft.com/office/drawing/2014/main" id="{5C0FBFC7-0953-7FE2-C094-F13791D01847}"/>
              </a:ext>
            </a:extLst>
          </p:cNvPr>
          <p:cNvSpPr/>
          <p:nvPr/>
        </p:nvSpPr>
        <p:spPr>
          <a:xfrm>
            <a:off x="5230368" y="3218688"/>
            <a:ext cx="3429000" cy="201168"/>
          </a:xfrm>
          <a:prstGeom prst="rect">
            <a:avLst/>
          </a:prstGeom>
          <a:noFill/>
          <a:ln/>
        </p:spPr>
        <p:txBody>
          <a:bodyPr wrap="square" lIns="0" tIns="0" rIns="0" bIns="0" rtlCol="0" anchor="ctr"/>
          <a:lstStyle/>
          <a:p>
            <a:pPr marL="0" indent="0">
              <a:buNone/>
            </a:pPr>
            <a:r>
              <a:rPr lang="en-US" sz="1100" b="1" dirty="0">
                <a:solidFill>
                  <a:srgbClr val="1B2E4B"/>
                </a:solidFill>
              </a:rPr>
              <a:t>Website Quality</a:t>
            </a:r>
            <a:endParaRPr lang="en-US" sz="1100" dirty="0"/>
          </a:p>
        </p:txBody>
      </p:sp>
      <p:sp>
        <p:nvSpPr>
          <p:cNvPr id="480" name="Text 43">
            <a:extLst>
              <a:ext uri="{FF2B5EF4-FFF2-40B4-BE49-F238E27FC236}">
                <a16:creationId xmlns:a16="http://schemas.microsoft.com/office/drawing/2014/main" id="{DF765518-E3B2-071E-2E42-B97458CD8649}"/>
              </a:ext>
            </a:extLst>
          </p:cNvPr>
          <p:cNvSpPr/>
          <p:nvPr/>
        </p:nvSpPr>
        <p:spPr>
          <a:xfrm>
            <a:off x="5230368" y="3419856"/>
            <a:ext cx="3429000" cy="182880"/>
          </a:xfrm>
          <a:prstGeom prst="rect">
            <a:avLst/>
          </a:prstGeom>
          <a:noFill/>
          <a:ln/>
        </p:spPr>
        <p:txBody>
          <a:bodyPr wrap="square" lIns="0" tIns="0" rIns="0" bIns="0" rtlCol="0" anchor="ctr"/>
          <a:lstStyle/>
          <a:p>
            <a:pPr marL="0" indent="0">
              <a:buNone/>
            </a:pPr>
            <a:r>
              <a:rPr lang="en-US" sz="950" dirty="0">
                <a:solidFill>
                  <a:srgbClr val="64748B"/>
                </a:solidFill>
              </a:rPr>
              <a:t>UX &amp; Performance Benchmarking</a:t>
            </a:r>
            <a:endParaRPr lang="en-US" sz="950" dirty="0"/>
          </a:p>
        </p:txBody>
      </p:sp>
      <p:sp>
        <p:nvSpPr>
          <p:cNvPr id="481" name="Shape 44">
            <a:extLst>
              <a:ext uri="{FF2B5EF4-FFF2-40B4-BE49-F238E27FC236}">
                <a16:creationId xmlns:a16="http://schemas.microsoft.com/office/drawing/2014/main" id="{2775C45B-AC1C-867E-9315-1A58BEE9A98D}"/>
              </a:ext>
            </a:extLst>
          </p:cNvPr>
          <p:cNvSpPr/>
          <p:nvPr/>
        </p:nvSpPr>
        <p:spPr>
          <a:xfrm>
            <a:off x="4754880" y="3721608"/>
            <a:ext cx="365760" cy="365760"/>
          </a:xfrm>
          <a:prstGeom prst="rect">
            <a:avLst/>
          </a:prstGeom>
          <a:solidFill>
            <a:srgbClr val="0D8B8B"/>
          </a:solidFill>
          <a:ln w="12700">
            <a:solidFill>
              <a:srgbClr val="0D8B8B"/>
            </a:solidFill>
            <a:prstDash val="solid"/>
          </a:ln>
        </p:spPr>
        <p:txBody>
          <a:bodyPr/>
          <a:lstStyle/>
          <a:p>
            <a:endParaRPr lang="en-IN"/>
          </a:p>
        </p:txBody>
      </p:sp>
      <p:sp>
        <p:nvSpPr>
          <p:cNvPr id="482" name="Text 45">
            <a:extLst>
              <a:ext uri="{FF2B5EF4-FFF2-40B4-BE49-F238E27FC236}">
                <a16:creationId xmlns:a16="http://schemas.microsoft.com/office/drawing/2014/main" id="{5A93ABAA-ACD5-DFC2-95AE-8F51C4748EBB}"/>
              </a:ext>
            </a:extLst>
          </p:cNvPr>
          <p:cNvSpPr/>
          <p:nvPr/>
        </p:nvSpPr>
        <p:spPr>
          <a:xfrm>
            <a:off x="4754880" y="372160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rPr>
              <a:t>05</a:t>
            </a:r>
            <a:endParaRPr lang="en-US" sz="1000" dirty="0"/>
          </a:p>
        </p:txBody>
      </p:sp>
      <p:sp>
        <p:nvSpPr>
          <p:cNvPr id="483" name="Text 46">
            <a:extLst>
              <a:ext uri="{FF2B5EF4-FFF2-40B4-BE49-F238E27FC236}">
                <a16:creationId xmlns:a16="http://schemas.microsoft.com/office/drawing/2014/main" id="{D374588E-B197-1505-1EFF-CF6EE7C79BDA}"/>
              </a:ext>
            </a:extLst>
          </p:cNvPr>
          <p:cNvSpPr/>
          <p:nvPr/>
        </p:nvSpPr>
        <p:spPr>
          <a:xfrm>
            <a:off x="5230368" y="3721608"/>
            <a:ext cx="3429000" cy="201168"/>
          </a:xfrm>
          <a:prstGeom prst="rect">
            <a:avLst/>
          </a:prstGeom>
          <a:noFill/>
          <a:ln/>
        </p:spPr>
        <p:txBody>
          <a:bodyPr wrap="square" lIns="0" tIns="0" rIns="0" bIns="0" rtlCol="0" anchor="ctr"/>
          <a:lstStyle/>
          <a:p>
            <a:pPr marL="0" indent="0">
              <a:buNone/>
            </a:pPr>
            <a:r>
              <a:rPr lang="en-US" sz="1100" b="1" dirty="0">
                <a:solidFill>
                  <a:srgbClr val="1B2E4B"/>
                </a:solidFill>
              </a:rPr>
              <a:t>Problem Identification</a:t>
            </a:r>
            <a:endParaRPr lang="en-US" sz="1100" dirty="0"/>
          </a:p>
        </p:txBody>
      </p:sp>
      <p:sp>
        <p:nvSpPr>
          <p:cNvPr id="484" name="Text 47">
            <a:extLst>
              <a:ext uri="{FF2B5EF4-FFF2-40B4-BE49-F238E27FC236}">
                <a16:creationId xmlns:a16="http://schemas.microsoft.com/office/drawing/2014/main" id="{8106DD04-B4BF-4475-5CD0-D00EC97A2006}"/>
              </a:ext>
            </a:extLst>
          </p:cNvPr>
          <p:cNvSpPr/>
          <p:nvPr/>
        </p:nvSpPr>
        <p:spPr>
          <a:xfrm>
            <a:off x="5230368" y="3922776"/>
            <a:ext cx="3429000" cy="182880"/>
          </a:xfrm>
          <a:prstGeom prst="rect">
            <a:avLst/>
          </a:prstGeom>
          <a:noFill/>
          <a:ln/>
        </p:spPr>
        <p:txBody>
          <a:bodyPr wrap="square" lIns="0" tIns="0" rIns="0" bIns="0" rtlCol="0" anchor="ctr"/>
          <a:lstStyle/>
          <a:p>
            <a:pPr marL="0" indent="0">
              <a:buNone/>
            </a:pPr>
            <a:r>
              <a:rPr lang="en-US" sz="950" dirty="0">
                <a:solidFill>
                  <a:srgbClr val="64748B"/>
                </a:solidFill>
              </a:rPr>
              <a:t>Gap Analysis &amp; Pain Points</a:t>
            </a:r>
            <a:endParaRPr lang="en-US" sz="950" dirty="0"/>
          </a:p>
        </p:txBody>
      </p:sp>
      <p:sp>
        <p:nvSpPr>
          <p:cNvPr id="485" name="Shape 48">
            <a:extLst>
              <a:ext uri="{FF2B5EF4-FFF2-40B4-BE49-F238E27FC236}">
                <a16:creationId xmlns:a16="http://schemas.microsoft.com/office/drawing/2014/main" id="{F2292182-1D5D-6C12-54EB-ACA98DF6DD0C}"/>
              </a:ext>
            </a:extLst>
          </p:cNvPr>
          <p:cNvSpPr/>
          <p:nvPr/>
        </p:nvSpPr>
        <p:spPr>
          <a:xfrm>
            <a:off x="4754880" y="4224528"/>
            <a:ext cx="365760" cy="365760"/>
          </a:xfrm>
          <a:prstGeom prst="rect">
            <a:avLst/>
          </a:prstGeom>
          <a:solidFill>
            <a:srgbClr val="0D8B8B"/>
          </a:solidFill>
          <a:ln w="12700">
            <a:solidFill>
              <a:srgbClr val="0D8B8B"/>
            </a:solidFill>
            <a:prstDash val="solid"/>
          </a:ln>
        </p:spPr>
        <p:txBody>
          <a:bodyPr/>
          <a:lstStyle/>
          <a:p>
            <a:endParaRPr lang="en-IN"/>
          </a:p>
        </p:txBody>
      </p:sp>
      <p:sp>
        <p:nvSpPr>
          <p:cNvPr id="486" name="Text 49">
            <a:extLst>
              <a:ext uri="{FF2B5EF4-FFF2-40B4-BE49-F238E27FC236}">
                <a16:creationId xmlns:a16="http://schemas.microsoft.com/office/drawing/2014/main" id="{A266AFC1-ED04-A036-182D-CE48EAE64B33}"/>
              </a:ext>
            </a:extLst>
          </p:cNvPr>
          <p:cNvSpPr/>
          <p:nvPr/>
        </p:nvSpPr>
        <p:spPr>
          <a:xfrm>
            <a:off x="4754880" y="422452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rPr>
              <a:t>06</a:t>
            </a:r>
            <a:endParaRPr lang="en-US" sz="1000" dirty="0"/>
          </a:p>
        </p:txBody>
      </p:sp>
      <p:sp>
        <p:nvSpPr>
          <p:cNvPr id="487" name="Text 50">
            <a:extLst>
              <a:ext uri="{FF2B5EF4-FFF2-40B4-BE49-F238E27FC236}">
                <a16:creationId xmlns:a16="http://schemas.microsoft.com/office/drawing/2014/main" id="{889E27D3-FDFF-7D47-8C2C-F066879EE62F}"/>
              </a:ext>
            </a:extLst>
          </p:cNvPr>
          <p:cNvSpPr/>
          <p:nvPr/>
        </p:nvSpPr>
        <p:spPr>
          <a:xfrm>
            <a:off x="5230368" y="4224528"/>
            <a:ext cx="3429000" cy="201168"/>
          </a:xfrm>
          <a:prstGeom prst="rect">
            <a:avLst/>
          </a:prstGeom>
          <a:noFill/>
          <a:ln/>
        </p:spPr>
        <p:txBody>
          <a:bodyPr wrap="square" lIns="0" tIns="0" rIns="0" bIns="0" rtlCol="0" anchor="ctr"/>
          <a:lstStyle/>
          <a:p>
            <a:pPr marL="0" indent="0">
              <a:buNone/>
            </a:pPr>
            <a:r>
              <a:rPr lang="en-US" sz="1100" b="1" dirty="0">
                <a:solidFill>
                  <a:srgbClr val="1B2E4B"/>
                </a:solidFill>
              </a:rPr>
              <a:t>Opportunity Mapping</a:t>
            </a:r>
            <a:endParaRPr lang="en-US" sz="1100" dirty="0"/>
          </a:p>
        </p:txBody>
      </p:sp>
      <p:sp>
        <p:nvSpPr>
          <p:cNvPr id="488" name="Text 51">
            <a:extLst>
              <a:ext uri="{FF2B5EF4-FFF2-40B4-BE49-F238E27FC236}">
                <a16:creationId xmlns:a16="http://schemas.microsoft.com/office/drawing/2014/main" id="{EC4755CC-670D-1D62-654A-D053691CB69E}"/>
              </a:ext>
            </a:extLst>
          </p:cNvPr>
          <p:cNvSpPr/>
          <p:nvPr/>
        </p:nvSpPr>
        <p:spPr>
          <a:xfrm>
            <a:off x="5230368" y="4425696"/>
            <a:ext cx="3429000" cy="182880"/>
          </a:xfrm>
          <a:prstGeom prst="rect">
            <a:avLst/>
          </a:prstGeom>
          <a:noFill/>
          <a:ln/>
        </p:spPr>
        <p:txBody>
          <a:bodyPr wrap="square" lIns="0" tIns="0" rIns="0" bIns="0" rtlCol="0" anchor="ctr"/>
          <a:lstStyle/>
          <a:p>
            <a:pPr marL="0" indent="0">
              <a:buNone/>
            </a:pPr>
            <a:r>
              <a:rPr lang="en-US" sz="950" dirty="0">
                <a:solidFill>
                  <a:srgbClr val="64748B"/>
                </a:solidFill>
              </a:rPr>
              <a:t>Strategic Recommendations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44"/>
          <p:cNvSpPr txBox="1">
            <a:spLocks noGrp="1"/>
          </p:cNvSpPr>
          <p:nvPr>
            <p:ph type="title"/>
          </p:nvPr>
        </p:nvSpPr>
        <p:spPr>
          <a:xfrm>
            <a:off x="725304" y="79844"/>
            <a:ext cx="8151068" cy="7825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Market Landscape</a:t>
            </a:r>
            <a:endParaRPr dirty="0"/>
          </a:p>
        </p:txBody>
      </p:sp>
      <p:sp>
        <p:nvSpPr>
          <p:cNvPr id="466" name="Google Shape;466;p44"/>
          <p:cNvSpPr txBox="1">
            <a:spLocks noGrp="1"/>
          </p:cNvSpPr>
          <p:nvPr>
            <p:ph type="subTitle" idx="1"/>
          </p:nvPr>
        </p:nvSpPr>
        <p:spPr>
          <a:xfrm>
            <a:off x="725303" y="611188"/>
            <a:ext cx="7028511" cy="340035"/>
          </a:xfrm>
          <a:prstGeom prst="rect">
            <a:avLst/>
          </a:prstGeom>
        </p:spPr>
        <p:txBody>
          <a:bodyPr spcFirstLastPara="1" wrap="square" lIns="91425" tIns="91425" rIns="91425" bIns="91425" anchor="t" anchorCtr="0">
            <a:noAutofit/>
          </a:bodyPr>
          <a:lstStyle/>
          <a:p>
            <a:pPr marL="0" lvl="0" indent="0"/>
            <a:r>
              <a:rPr lang="en-US" sz="1000" b="1" dirty="0"/>
              <a:t>"These industries are our target market — here's why they need our solutions."</a:t>
            </a:r>
            <a:endParaRPr sz="1000" dirty="0"/>
          </a:p>
        </p:txBody>
      </p:sp>
      <p:sp>
        <p:nvSpPr>
          <p:cNvPr id="467" name="Google Shape;467;p44"/>
          <p:cNvSpPr txBox="1">
            <a:spLocks noGrp="1"/>
          </p:cNvSpPr>
          <p:nvPr>
            <p:ph type="title" idx="2"/>
          </p:nvPr>
        </p:nvSpPr>
        <p:spPr>
          <a:xfrm>
            <a:off x="122475" y="79844"/>
            <a:ext cx="405275" cy="3067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1</a:t>
            </a:r>
            <a:endParaRPr sz="1800" dirty="0"/>
          </a:p>
        </p:txBody>
      </p:sp>
      <p:cxnSp>
        <p:nvCxnSpPr>
          <p:cNvPr id="468" name="Google Shape;468;p44"/>
          <p:cNvCxnSpPr/>
          <p:nvPr/>
        </p:nvCxnSpPr>
        <p:spPr>
          <a:xfrm>
            <a:off x="4514026" y="4993835"/>
            <a:ext cx="4264200" cy="0"/>
          </a:xfrm>
          <a:prstGeom prst="straightConnector1">
            <a:avLst/>
          </a:prstGeom>
          <a:noFill/>
          <a:ln w="9525" cap="flat" cmpd="sng">
            <a:solidFill>
              <a:schemeClr val="dk1"/>
            </a:solidFill>
            <a:prstDash val="solid"/>
            <a:round/>
            <a:headEnd type="none" w="med" len="med"/>
            <a:tailEnd type="oval" w="med" len="med"/>
          </a:ln>
        </p:spPr>
      </p:cxnSp>
      <p:pic>
        <p:nvPicPr>
          <p:cNvPr id="3" name="Picture 2">
            <a:extLst>
              <a:ext uri="{FF2B5EF4-FFF2-40B4-BE49-F238E27FC236}">
                <a16:creationId xmlns:a16="http://schemas.microsoft.com/office/drawing/2014/main" id="{9053B9C7-AEEA-BFE9-C11F-C561EE005ECB}"/>
              </a:ext>
            </a:extLst>
          </p:cNvPr>
          <p:cNvPicPr>
            <a:picLocks noChangeAspect="1"/>
          </p:cNvPicPr>
          <p:nvPr/>
        </p:nvPicPr>
        <p:blipFill>
          <a:blip r:embed="rId3"/>
          <a:srcRect/>
          <a:stretch/>
        </p:blipFill>
        <p:spPr>
          <a:xfrm>
            <a:off x="242355" y="985311"/>
            <a:ext cx="3905897" cy="1931807"/>
          </a:xfrm>
          <a:prstGeom prst="rect">
            <a:avLst/>
          </a:prstGeom>
        </p:spPr>
      </p:pic>
      <p:sp>
        <p:nvSpPr>
          <p:cNvPr id="4" name="Rectangle 1">
            <a:extLst>
              <a:ext uri="{FF2B5EF4-FFF2-40B4-BE49-F238E27FC236}">
                <a16:creationId xmlns:a16="http://schemas.microsoft.com/office/drawing/2014/main" id="{60C9C142-AF54-759A-8765-4FFE5E2BF8DE}"/>
              </a:ext>
            </a:extLst>
          </p:cNvPr>
          <p:cNvSpPr>
            <a:spLocks noChangeArrowheads="1"/>
          </p:cNvSpPr>
          <p:nvPr/>
        </p:nvSpPr>
        <p:spPr bwMode="auto">
          <a:xfrm>
            <a:off x="4148252" y="924438"/>
            <a:ext cx="4995748" cy="239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150" b="0" i="0" u="none" strike="noStrike" cap="none" normalizeH="0" baseline="0" dirty="0">
                <a:ln>
                  <a:noFill/>
                </a:ln>
                <a:solidFill>
                  <a:schemeClr val="tx1"/>
                </a:solidFill>
                <a:effectLst/>
                <a:latin typeface="Arial" panose="020B0604020202020204" pitchFamily="34" charset="0"/>
              </a:rPr>
              <a:t>Manufacturing dominates the dataset, contributing the highest number of companies (~32%), indicating strong presence of industrial and production-based firms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50" b="0" i="0" u="none" strike="noStrike" cap="none" normalizeH="0" baseline="0" dirty="0">
                <a:ln>
                  <a:noFill/>
                </a:ln>
                <a:solidFill>
                  <a:schemeClr val="tx1"/>
                </a:solidFill>
                <a:effectLst/>
                <a:latin typeface="Arial" panose="020B0604020202020204" pitchFamily="34" charset="0"/>
              </a:rPr>
              <a:t>Information Technology and Financial Services follow as the next major sectors, showing consistent representation in the small-cap space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50" b="0" i="0" u="none" strike="noStrike" cap="none" normalizeH="0" baseline="0" dirty="0">
                <a:ln>
                  <a:noFill/>
                </a:ln>
                <a:solidFill>
                  <a:schemeClr val="tx1"/>
                </a:solidFill>
                <a:effectLst/>
                <a:latin typeface="Arial" panose="020B0604020202020204" pitchFamily="34" charset="0"/>
              </a:rPr>
              <a:t>Mid-level sectors like Construction, Logistics, and Pharmaceuticals show moderate participation, reflecting steady but not dominant growth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50" b="0" i="0" u="none" strike="noStrike" cap="none" normalizeH="0" baseline="0" dirty="0">
                <a:ln>
                  <a:noFill/>
                </a:ln>
                <a:solidFill>
                  <a:schemeClr val="tx1"/>
                </a:solidFill>
                <a:effectLst/>
                <a:latin typeface="Arial" panose="020B0604020202020204" pitchFamily="34" charset="0"/>
              </a:rPr>
              <a:t>Sectors such as Agriculture, Textiles, and Healthcare have smaller shares, indicating niche or specialized market presence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50" b="0" i="0" u="none" strike="noStrike" cap="none" normalizeH="0" baseline="0" dirty="0">
                <a:ln>
                  <a:noFill/>
                </a:ln>
                <a:solidFill>
                  <a:schemeClr val="tx1"/>
                </a:solidFill>
                <a:effectLst/>
                <a:latin typeface="Arial" panose="020B0604020202020204" pitchFamily="34" charset="0"/>
              </a:rPr>
              <a:t>Emerging sectors like Electric Vehicles and Entertainment have minimal representation, suggesting early-stage growth opportunities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50" b="0" i="0" u="none" strike="noStrike" cap="none" normalizeH="0" baseline="0" dirty="0">
                <a:ln>
                  <a:noFill/>
                </a:ln>
                <a:solidFill>
                  <a:schemeClr val="tx1"/>
                </a:solidFill>
                <a:effectLst/>
                <a:latin typeface="Arial" panose="020B0604020202020204" pitchFamily="34" charset="0"/>
              </a:rPr>
              <a:t>Overall, the distribution highlights a </a:t>
            </a:r>
            <a:r>
              <a:rPr kumimoji="0" lang="en-US" altLang="en-US" sz="1150" b="1" i="0" u="none" strike="noStrike" cap="none" normalizeH="0" baseline="0" dirty="0">
                <a:ln>
                  <a:noFill/>
                </a:ln>
                <a:solidFill>
                  <a:schemeClr val="tx1"/>
                </a:solidFill>
                <a:effectLst/>
                <a:latin typeface="Arial" panose="020B0604020202020204" pitchFamily="34" charset="0"/>
              </a:rPr>
              <a:t>diversified market</a:t>
            </a:r>
            <a:r>
              <a:rPr kumimoji="0" lang="en-US" altLang="en-US" sz="1150" b="0" i="0" u="none" strike="noStrike" cap="none" normalizeH="0" baseline="0" dirty="0">
                <a:ln>
                  <a:noFill/>
                </a:ln>
                <a:solidFill>
                  <a:schemeClr val="tx1"/>
                </a:solidFill>
                <a:effectLst/>
                <a:latin typeface="Arial" panose="020B0604020202020204" pitchFamily="34" charset="0"/>
              </a:rPr>
              <a:t> with no complete dependency on a single sector </a:t>
            </a:r>
          </a:p>
        </p:txBody>
      </p:sp>
      <p:sp>
        <p:nvSpPr>
          <p:cNvPr id="6" name="TextBox 5">
            <a:extLst>
              <a:ext uri="{FF2B5EF4-FFF2-40B4-BE49-F238E27FC236}">
                <a16:creationId xmlns:a16="http://schemas.microsoft.com/office/drawing/2014/main" id="{E267EBDC-82FA-056B-3AEC-2497CC535F36}"/>
              </a:ext>
            </a:extLst>
          </p:cNvPr>
          <p:cNvSpPr txBox="1"/>
          <p:nvPr/>
        </p:nvSpPr>
        <p:spPr>
          <a:xfrm>
            <a:off x="61237" y="3357970"/>
            <a:ext cx="9021526" cy="1600438"/>
          </a:xfrm>
          <a:prstGeom prst="rect">
            <a:avLst/>
          </a:prstGeom>
          <a:noFill/>
        </p:spPr>
        <p:txBody>
          <a:bodyPr wrap="square">
            <a:spAutoFit/>
          </a:bodyPr>
          <a:lstStyle/>
          <a:p>
            <a:pPr>
              <a:buFont typeface="Arial" panose="020B0604020202020204" pitchFamily="34" charset="0"/>
              <a:buChar char="•"/>
            </a:pPr>
            <a:r>
              <a:rPr lang="en-US" dirty="0">
                <a:solidFill>
                  <a:schemeClr val="tx1"/>
                </a:solidFill>
              </a:rPr>
              <a:t>By looking at which industries have the most small-cap companies, Inmogic Technologies can see where the growth is happening—like in manufacturing or IT. </a:t>
            </a:r>
          </a:p>
          <a:p>
            <a:pPr>
              <a:buFont typeface="Arial" panose="020B0604020202020204" pitchFamily="34" charset="0"/>
              <a:buChar char="•"/>
            </a:pPr>
            <a:r>
              <a:rPr lang="en-US" dirty="0">
                <a:solidFill>
                  <a:schemeClr val="tx1"/>
                </a:solidFill>
              </a:rPr>
              <a:t>This helps us figure out which industries we might want to partner with or invest in as they grow. For example, IT and financial services are rising fast, so we could explore new tech collaborations or tailored solutions. </a:t>
            </a:r>
          </a:p>
          <a:p>
            <a:pPr>
              <a:buFont typeface="Arial" panose="020B0604020202020204" pitchFamily="34" charset="0"/>
              <a:buChar char="•"/>
            </a:pPr>
            <a:r>
              <a:rPr lang="en-US" dirty="0">
                <a:solidFill>
                  <a:schemeClr val="tx1"/>
                </a:solidFill>
              </a:rPr>
              <a:t>Even smaller sectors, like electric vehicles, could be future goldmines, and being early to those trends could set us apart. </a:t>
            </a:r>
          </a:p>
          <a:p>
            <a:pPr>
              <a:buFont typeface="Arial" panose="020B0604020202020204" pitchFamily="34" charset="0"/>
              <a:buChar char="•"/>
            </a:pPr>
            <a:r>
              <a:rPr lang="en-US" dirty="0">
                <a:solidFill>
                  <a:schemeClr val="tx1"/>
                </a:solidFill>
              </a:rPr>
              <a:t>In short, this gives us a clearer sense of where the market is heading and where we might focus next.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5"/>
          <p:cNvSpPr txBox="1">
            <a:spLocks noGrp="1"/>
          </p:cNvSpPr>
          <p:nvPr>
            <p:ph type="title"/>
          </p:nvPr>
        </p:nvSpPr>
        <p:spPr>
          <a:xfrm>
            <a:off x="720000" y="0"/>
            <a:ext cx="7704000" cy="4437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Sum of Market Capital By Industry Type</a:t>
            </a:r>
            <a:endParaRPr sz="1600" dirty="0"/>
          </a:p>
        </p:txBody>
      </p:sp>
      <p:pic>
        <p:nvPicPr>
          <p:cNvPr id="3" name="Picture 2">
            <a:extLst>
              <a:ext uri="{FF2B5EF4-FFF2-40B4-BE49-F238E27FC236}">
                <a16:creationId xmlns:a16="http://schemas.microsoft.com/office/drawing/2014/main" id="{87C20A91-F4E8-7E8A-EBC9-955CEB9C04A1}"/>
              </a:ext>
            </a:extLst>
          </p:cNvPr>
          <p:cNvPicPr>
            <a:picLocks noChangeAspect="1"/>
          </p:cNvPicPr>
          <p:nvPr/>
        </p:nvPicPr>
        <p:blipFill>
          <a:blip r:embed="rId3"/>
          <a:stretch>
            <a:fillRect/>
          </a:stretch>
        </p:blipFill>
        <p:spPr>
          <a:xfrm>
            <a:off x="215590" y="491232"/>
            <a:ext cx="4049380" cy="2796875"/>
          </a:xfrm>
          <a:prstGeom prst="rect">
            <a:avLst/>
          </a:prstGeom>
        </p:spPr>
      </p:pic>
      <p:sp>
        <p:nvSpPr>
          <p:cNvPr id="8" name="Rectangle 1">
            <a:extLst>
              <a:ext uri="{FF2B5EF4-FFF2-40B4-BE49-F238E27FC236}">
                <a16:creationId xmlns:a16="http://schemas.microsoft.com/office/drawing/2014/main" id="{8F49F76F-291C-778B-C0F4-94239C904CD5}"/>
              </a:ext>
            </a:extLst>
          </p:cNvPr>
          <p:cNvSpPr>
            <a:spLocks noChangeArrowheads="1"/>
          </p:cNvSpPr>
          <p:nvPr/>
        </p:nvSpPr>
        <p:spPr bwMode="auto">
          <a:xfrm>
            <a:off x="4356409" y="491233"/>
            <a:ext cx="478759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Manufacturing clearly dominates in terms of total market capitalization, which shows strong stability and scale in this sector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Information Technology stands as the second major contributor, indicating strong growth potential and innovation-driven opportunities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Sectors like Construction, Financial Services, and Logistics show moderate market presence, making them suitable for targeted partnerships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Smaller sectors such as Electric Vehicles, Healthcare, and Entertainment have lower market cap, but they indicate emerging opportunities. </a:t>
            </a:r>
          </a:p>
        </p:txBody>
      </p:sp>
      <p:sp>
        <p:nvSpPr>
          <p:cNvPr id="4" name="TextBox 3">
            <a:extLst>
              <a:ext uri="{FF2B5EF4-FFF2-40B4-BE49-F238E27FC236}">
                <a16:creationId xmlns:a16="http://schemas.microsoft.com/office/drawing/2014/main" id="{13D7C33A-0BFF-EFB7-6AF4-6F9683B8EE0F}"/>
              </a:ext>
            </a:extLst>
          </p:cNvPr>
          <p:cNvSpPr txBox="1"/>
          <p:nvPr/>
        </p:nvSpPr>
        <p:spPr>
          <a:xfrm>
            <a:off x="111512" y="3389174"/>
            <a:ext cx="8958147" cy="1754326"/>
          </a:xfrm>
          <a:prstGeom prst="rect">
            <a:avLst/>
          </a:prstGeom>
          <a:noFill/>
        </p:spPr>
        <p:txBody>
          <a:bodyPr wrap="square">
            <a:spAutoFit/>
          </a:bodyPr>
          <a:lstStyle/>
          <a:p>
            <a:pPr>
              <a:buFont typeface="Arial" panose="020B0604020202020204" pitchFamily="34" charset="0"/>
              <a:buChar char="•"/>
            </a:pPr>
            <a:r>
              <a:rPr lang="en-US" sz="1200" dirty="0">
                <a:solidFill>
                  <a:schemeClr val="tx1"/>
                </a:solidFill>
              </a:rPr>
              <a:t>The dominance of </a:t>
            </a:r>
            <a:r>
              <a:rPr lang="en-US" sz="1200" b="1" dirty="0">
                <a:solidFill>
                  <a:schemeClr val="tx1"/>
                </a:solidFill>
              </a:rPr>
              <a:t>Manufacturing</a:t>
            </a:r>
            <a:r>
              <a:rPr lang="en-US" sz="1200" dirty="0">
                <a:solidFill>
                  <a:schemeClr val="tx1"/>
                </a:solidFill>
              </a:rPr>
              <a:t> shows a large pool of potential clients, allowing </a:t>
            </a:r>
            <a:r>
              <a:rPr lang="en-US" sz="1200" b="1" dirty="0">
                <a:solidFill>
                  <a:schemeClr val="tx1"/>
                </a:solidFill>
              </a:rPr>
              <a:t>Inmogic Technologies</a:t>
            </a:r>
            <a:r>
              <a:rPr lang="en-US" sz="1200" dirty="0">
                <a:solidFill>
                  <a:schemeClr val="tx1"/>
                </a:solidFill>
              </a:rPr>
              <a:t> to target this sector for maximum outreach </a:t>
            </a:r>
          </a:p>
          <a:p>
            <a:pPr>
              <a:buFont typeface="Arial" panose="020B0604020202020204" pitchFamily="34" charset="0"/>
              <a:buChar char="•"/>
            </a:pPr>
            <a:r>
              <a:rPr lang="en-US" sz="1200" dirty="0">
                <a:solidFill>
                  <a:schemeClr val="tx1"/>
                </a:solidFill>
              </a:rPr>
              <a:t>Strong presence of </a:t>
            </a:r>
            <a:r>
              <a:rPr lang="en-US" sz="1200" b="1" dirty="0">
                <a:solidFill>
                  <a:schemeClr val="tx1"/>
                </a:solidFill>
              </a:rPr>
              <a:t>Information Technology</a:t>
            </a:r>
            <a:r>
              <a:rPr lang="en-US" sz="1200" dirty="0">
                <a:solidFill>
                  <a:schemeClr val="tx1"/>
                </a:solidFill>
              </a:rPr>
              <a:t> indicates opportunities for </a:t>
            </a:r>
            <a:r>
              <a:rPr lang="en-US" sz="1200" b="1" dirty="0">
                <a:solidFill>
                  <a:schemeClr val="tx1"/>
                </a:solidFill>
              </a:rPr>
              <a:t>tech-based solutions, collaborations, and service offerings</a:t>
            </a:r>
            <a:r>
              <a:rPr lang="en-US" sz="1200" dirty="0">
                <a:solidFill>
                  <a:schemeClr val="tx1"/>
                </a:solidFill>
              </a:rPr>
              <a:t> </a:t>
            </a:r>
          </a:p>
          <a:p>
            <a:pPr>
              <a:buFont typeface="Arial" panose="020B0604020202020204" pitchFamily="34" charset="0"/>
              <a:buChar char="•"/>
            </a:pPr>
            <a:r>
              <a:rPr lang="en-US" sz="1200" dirty="0">
                <a:solidFill>
                  <a:schemeClr val="tx1"/>
                </a:solidFill>
              </a:rPr>
              <a:t>Mid-level sectors like </a:t>
            </a:r>
            <a:r>
              <a:rPr lang="en-US" sz="1200" b="1" dirty="0">
                <a:solidFill>
                  <a:schemeClr val="tx1"/>
                </a:solidFill>
              </a:rPr>
              <a:t>Construction, Financial Services, and Logistics</a:t>
            </a:r>
            <a:r>
              <a:rPr lang="en-US" sz="1200" dirty="0">
                <a:solidFill>
                  <a:schemeClr val="tx1"/>
                </a:solidFill>
              </a:rPr>
              <a:t> provide </a:t>
            </a:r>
            <a:r>
              <a:rPr lang="en-US" sz="1200" b="1" dirty="0">
                <a:solidFill>
                  <a:schemeClr val="tx1"/>
                </a:solidFill>
              </a:rPr>
              <a:t>diversified business opportunities</a:t>
            </a:r>
            <a:r>
              <a:rPr lang="en-US" sz="1200" dirty="0">
                <a:solidFill>
                  <a:schemeClr val="tx1"/>
                </a:solidFill>
              </a:rPr>
              <a:t> across industries </a:t>
            </a:r>
          </a:p>
          <a:p>
            <a:pPr>
              <a:buFont typeface="Arial" panose="020B0604020202020204" pitchFamily="34" charset="0"/>
              <a:buChar char="•"/>
            </a:pPr>
            <a:r>
              <a:rPr lang="en-US" sz="1200" dirty="0">
                <a:solidFill>
                  <a:schemeClr val="tx1"/>
                </a:solidFill>
              </a:rPr>
              <a:t>Smaller sectors such as </a:t>
            </a:r>
            <a:r>
              <a:rPr lang="en-US" sz="1200" b="1" dirty="0">
                <a:solidFill>
                  <a:schemeClr val="tx1"/>
                </a:solidFill>
              </a:rPr>
              <a:t>Electric Vehicles and Healthcare</a:t>
            </a:r>
            <a:r>
              <a:rPr lang="en-US" sz="1200" dirty="0">
                <a:solidFill>
                  <a:schemeClr val="tx1"/>
                </a:solidFill>
              </a:rPr>
              <a:t> highlight </a:t>
            </a:r>
            <a:r>
              <a:rPr lang="en-US" sz="1050" b="1" dirty="0">
                <a:solidFill>
                  <a:schemeClr val="tx1"/>
                </a:solidFill>
              </a:rPr>
              <a:t>emerging</a:t>
            </a:r>
            <a:r>
              <a:rPr lang="en-US" sz="1200" b="1" dirty="0">
                <a:solidFill>
                  <a:schemeClr val="tx1"/>
                </a:solidFill>
              </a:rPr>
              <a:t> markets</a:t>
            </a:r>
            <a:r>
              <a:rPr lang="en-US" sz="1200" dirty="0">
                <a:solidFill>
                  <a:schemeClr val="tx1"/>
                </a:solidFill>
              </a:rPr>
              <a:t> where Inmogic can enter early and build long-term relationships </a:t>
            </a:r>
          </a:p>
          <a:p>
            <a:pPr>
              <a:buFont typeface="Arial" panose="020B0604020202020204" pitchFamily="34" charset="0"/>
              <a:buChar char="•"/>
            </a:pPr>
            <a:r>
              <a:rPr lang="en-US" sz="1200" dirty="0">
                <a:solidFill>
                  <a:schemeClr val="tx1"/>
                </a:solidFill>
              </a:rPr>
              <a:t>Overall, this helps Inmogic </a:t>
            </a:r>
            <a:r>
              <a:rPr lang="en-US" sz="1200" b="1" dirty="0">
                <a:solidFill>
                  <a:schemeClr val="tx1"/>
                </a:solidFill>
              </a:rPr>
              <a:t>prioritize industries based on both volume and growth potential</a:t>
            </a:r>
            <a:r>
              <a:rPr lang="en-US" sz="1200" dirty="0">
                <a:solidFill>
                  <a:schemeClr val="tx1"/>
                </a:solidFill>
              </a:rPr>
              <a:t>, improving targeting and strategy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4">
          <a:extLst>
            <a:ext uri="{FF2B5EF4-FFF2-40B4-BE49-F238E27FC236}">
              <a16:creationId xmlns:a16="http://schemas.microsoft.com/office/drawing/2014/main" id="{AC80E078-837D-F842-0C2E-AD43E412311B}"/>
            </a:ext>
          </a:extLst>
        </p:cNvPr>
        <p:cNvGrpSpPr/>
        <p:nvPr/>
      </p:nvGrpSpPr>
      <p:grpSpPr>
        <a:xfrm>
          <a:off x="0" y="0"/>
          <a:ext cx="0" cy="0"/>
          <a:chOff x="0" y="0"/>
          <a:chExt cx="0" cy="0"/>
        </a:xfrm>
      </p:grpSpPr>
      <p:sp>
        <p:nvSpPr>
          <p:cNvPr id="465" name="Google Shape;465;p44">
            <a:extLst>
              <a:ext uri="{FF2B5EF4-FFF2-40B4-BE49-F238E27FC236}">
                <a16:creationId xmlns:a16="http://schemas.microsoft.com/office/drawing/2014/main" id="{A4553449-AF97-043E-119D-D32733751BA5}"/>
              </a:ext>
            </a:extLst>
          </p:cNvPr>
          <p:cNvSpPr txBox="1">
            <a:spLocks noGrp="1"/>
          </p:cNvSpPr>
          <p:nvPr>
            <p:ph type="title"/>
          </p:nvPr>
        </p:nvSpPr>
        <p:spPr>
          <a:xfrm>
            <a:off x="725304" y="79844"/>
            <a:ext cx="8151068" cy="7825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Client Potential</a:t>
            </a:r>
            <a:endParaRPr dirty="0"/>
          </a:p>
        </p:txBody>
      </p:sp>
      <p:sp>
        <p:nvSpPr>
          <p:cNvPr id="466" name="Google Shape;466;p44">
            <a:extLst>
              <a:ext uri="{FF2B5EF4-FFF2-40B4-BE49-F238E27FC236}">
                <a16:creationId xmlns:a16="http://schemas.microsoft.com/office/drawing/2014/main" id="{20ED7BAE-4DC0-A433-0E3C-67C201C52173}"/>
              </a:ext>
            </a:extLst>
          </p:cNvPr>
          <p:cNvSpPr txBox="1">
            <a:spLocks noGrp="1"/>
          </p:cNvSpPr>
          <p:nvPr>
            <p:ph type="subTitle" idx="1"/>
          </p:nvPr>
        </p:nvSpPr>
        <p:spPr>
          <a:xfrm>
            <a:off x="725303" y="611188"/>
            <a:ext cx="7028511" cy="340035"/>
          </a:xfrm>
          <a:prstGeom prst="rect">
            <a:avLst/>
          </a:prstGeom>
        </p:spPr>
        <p:txBody>
          <a:bodyPr spcFirstLastPara="1" wrap="square" lIns="91425" tIns="91425" rIns="91425" bIns="91425" anchor="t" anchorCtr="0">
            <a:noAutofit/>
          </a:bodyPr>
          <a:lstStyle/>
          <a:p>
            <a:pPr marL="0" lvl="0" indent="0"/>
            <a:r>
              <a:rPr lang="en-US" sz="1000" b="1" dirty="0"/>
              <a:t>“Identifying high-potential companies based on profitability, growth trends, and financial performance.”</a:t>
            </a:r>
            <a:endParaRPr sz="1000" b="1" dirty="0"/>
          </a:p>
        </p:txBody>
      </p:sp>
      <p:sp>
        <p:nvSpPr>
          <p:cNvPr id="467" name="Google Shape;467;p44">
            <a:extLst>
              <a:ext uri="{FF2B5EF4-FFF2-40B4-BE49-F238E27FC236}">
                <a16:creationId xmlns:a16="http://schemas.microsoft.com/office/drawing/2014/main" id="{DBA9737F-CD8B-3BAB-2A3D-9BA31F02DCEB}"/>
              </a:ext>
            </a:extLst>
          </p:cNvPr>
          <p:cNvSpPr txBox="1">
            <a:spLocks noGrp="1"/>
          </p:cNvSpPr>
          <p:nvPr>
            <p:ph type="title" idx="2"/>
          </p:nvPr>
        </p:nvSpPr>
        <p:spPr>
          <a:xfrm>
            <a:off x="122475" y="79844"/>
            <a:ext cx="405275" cy="3067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2</a:t>
            </a:r>
            <a:endParaRPr sz="1800" dirty="0"/>
          </a:p>
        </p:txBody>
      </p:sp>
      <p:cxnSp>
        <p:nvCxnSpPr>
          <p:cNvPr id="468" name="Google Shape;468;p44">
            <a:extLst>
              <a:ext uri="{FF2B5EF4-FFF2-40B4-BE49-F238E27FC236}">
                <a16:creationId xmlns:a16="http://schemas.microsoft.com/office/drawing/2014/main" id="{6DFC7A37-860C-41B1-6FA5-140737B3BDED}"/>
              </a:ext>
            </a:extLst>
          </p:cNvPr>
          <p:cNvCxnSpPr/>
          <p:nvPr/>
        </p:nvCxnSpPr>
        <p:spPr>
          <a:xfrm>
            <a:off x="4612172" y="5016137"/>
            <a:ext cx="4264200" cy="0"/>
          </a:xfrm>
          <a:prstGeom prst="straightConnector1">
            <a:avLst/>
          </a:prstGeom>
          <a:noFill/>
          <a:ln w="9525" cap="flat" cmpd="sng">
            <a:solidFill>
              <a:schemeClr val="dk1"/>
            </a:solidFill>
            <a:prstDash val="solid"/>
            <a:round/>
            <a:headEnd type="none" w="med" len="med"/>
            <a:tailEnd type="oval" w="med" len="med"/>
          </a:ln>
        </p:spPr>
      </p:cxnSp>
      <p:pic>
        <p:nvPicPr>
          <p:cNvPr id="3" name="Picture 2">
            <a:extLst>
              <a:ext uri="{FF2B5EF4-FFF2-40B4-BE49-F238E27FC236}">
                <a16:creationId xmlns:a16="http://schemas.microsoft.com/office/drawing/2014/main" id="{38DC2B65-064D-49B0-070E-A376EA13E14F}"/>
              </a:ext>
            </a:extLst>
          </p:cNvPr>
          <p:cNvPicPr>
            <a:picLocks noChangeAspect="1"/>
          </p:cNvPicPr>
          <p:nvPr/>
        </p:nvPicPr>
        <p:blipFill>
          <a:blip r:embed="rId3"/>
          <a:stretch>
            <a:fillRect/>
          </a:stretch>
        </p:blipFill>
        <p:spPr>
          <a:xfrm>
            <a:off x="122475" y="1155372"/>
            <a:ext cx="4561038" cy="2832755"/>
          </a:xfrm>
          <a:prstGeom prst="rect">
            <a:avLst/>
          </a:prstGeom>
        </p:spPr>
      </p:pic>
      <p:sp>
        <p:nvSpPr>
          <p:cNvPr id="6" name="Rectangle 1">
            <a:extLst>
              <a:ext uri="{FF2B5EF4-FFF2-40B4-BE49-F238E27FC236}">
                <a16:creationId xmlns:a16="http://schemas.microsoft.com/office/drawing/2014/main" id="{01F132A1-E312-9502-4F2B-DC86DA9F5556}"/>
              </a:ext>
            </a:extLst>
          </p:cNvPr>
          <p:cNvSpPr>
            <a:spLocks noChangeArrowheads="1"/>
          </p:cNvSpPr>
          <p:nvPr/>
        </p:nvSpPr>
        <p:spPr bwMode="auto">
          <a:xfrm>
            <a:off x="4757325" y="1200302"/>
            <a:ext cx="42642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Companies with higher ROCE indicate better efficiency in using their capital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Top-performing companies show strong financial management and operational performance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These companies are more stable and reliable for long-term collaboration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High ROCE also reflects better returns, making them attractive potential clients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This helps us focus on companies that are financially strong and growth-oriented </a:t>
            </a:r>
          </a:p>
        </p:txBody>
      </p:sp>
      <p:sp>
        <p:nvSpPr>
          <p:cNvPr id="8" name="Rectangle 2">
            <a:extLst>
              <a:ext uri="{FF2B5EF4-FFF2-40B4-BE49-F238E27FC236}">
                <a16:creationId xmlns:a16="http://schemas.microsoft.com/office/drawing/2014/main" id="{6925497A-A8C4-31AD-883D-BF7503AC77B5}"/>
              </a:ext>
            </a:extLst>
          </p:cNvPr>
          <p:cNvSpPr>
            <a:spLocks noChangeArrowheads="1"/>
          </p:cNvSpPr>
          <p:nvPr/>
        </p:nvSpPr>
        <p:spPr bwMode="auto">
          <a:xfrm>
            <a:off x="167917" y="4096277"/>
            <a:ext cx="880816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Maruti Global Industries</a:t>
            </a:r>
            <a:r>
              <a:rPr kumimoji="0" lang="en-US" altLang="en-US" sz="1200" b="0" i="0" u="none" strike="noStrike" cap="none" normalizeH="0" baseline="0" dirty="0">
                <a:ln>
                  <a:noFill/>
                </a:ln>
                <a:solidFill>
                  <a:schemeClr val="tx1"/>
                </a:solidFill>
                <a:effectLst/>
                <a:latin typeface="Arial" panose="020B0604020202020204" pitchFamily="34" charset="0"/>
              </a:rPr>
              <a:t> has a </a:t>
            </a:r>
            <a:r>
              <a:rPr kumimoji="0" lang="en-US" altLang="en-US" sz="1200" b="1" i="0" u="none" strike="noStrike" cap="none" normalizeH="0" baseline="0" dirty="0">
                <a:ln>
                  <a:noFill/>
                </a:ln>
                <a:solidFill>
                  <a:schemeClr val="tx1"/>
                </a:solidFill>
                <a:effectLst/>
                <a:latin typeface="Arial" panose="020B0604020202020204" pitchFamily="34" charset="0"/>
              </a:rPr>
              <a:t>significantly higher ROCE</a:t>
            </a:r>
            <a:r>
              <a:rPr kumimoji="0" lang="en-US" altLang="en-US" sz="1200" b="0" i="0" u="none" strike="noStrike" cap="none" normalizeH="0" baseline="0" dirty="0">
                <a:ln>
                  <a:noFill/>
                </a:ln>
                <a:solidFill>
                  <a:schemeClr val="tx1"/>
                </a:solidFill>
                <a:effectLst/>
                <a:latin typeface="Arial" panose="020B0604020202020204" pitchFamily="34" charset="0"/>
              </a:rPr>
              <a:t> compared to all other companies, clearly standing out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Companies like </a:t>
            </a:r>
            <a:r>
              <a:rPr kumimoji="0" lang="en-US" altLang="en-US" sz="1200" b="1" i="0" u="none" strike="noStrike" cap="none" normalizeH="0" baseline="0" dirty="0">
                <a:ln>
                  <a:noFill/>
                </a:ln>
                <a:solidFill>
                  <a:schemeClr val="tx1"/>
                </a:solidFill>
                <a:effectLst/>
                <a:latin typeface="Arial" panose="020B0604020202020204" pitchFamily="34" charset="0"/>
              </a:rPr>
              <a:t>Carnation Industries, Monotype India, and Union Quality Plastics</a:t>
            </a:r>
            <a:r>
              <a:rPr kumimoji="0" lang="en-US" altLang="en-US" sz="1200" b="0" i="0" u="none" strike="noStrike" cap="none" normalizeH="0" baseline="0" dirty="0">
                <a:ln>
                  <a:noFill/>
                </a:ln>
                <a:solidFill>
                  <a:schemeClr val="tx1"/>
                </a:solidFill>
                <a:effectLst/>
                <a:latin typeface="Arial" panose="020B0604020202020204" pitchFamily="34" charset="0"/>
              </a:rPr>
              <a:t> have relatively </a:t>
            </a:r>
            <a:r>
              <a:rPr kumimoji="0" lang="en-US" altLang="en-US" sz="1200" b="1" i="0" u="none" strike="noStrike" cap="none" normalizeH="0" baseline="0" dirty="0">
                <a:ln>
                  <a:noFill/>
                </a:ln>
                <a:solidFill>
                  <a:schemeClr val="tx1"/>
                </a:solidFill>
                <a:effectLst/>
                <a:latin typeface="Arial" panose="020B0604020202020204" pitchFamily="34" charset="0"/>
              </a:rPr>
              <a:t>low to moderate ROCE</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Other companies such as </a:t>
            </a:r>
            <a:r>
              <a:rPr kumimoji="0" lang="en-US" altLang="en-US" sz="1200" b="1" i="0" u="none" strike="noStrike" cap="none" normalizeH="0" baseline="0" dirty="0">
                <a:ln>
                  <a:noFill/>
                </a:ln>
                <a:solidFill>
                  <a:schemeClr val="tx1"/>
                </a:solidFill>
                <a:effectLst/>
                <a:latin typeface="Arial" panose="020B0604020202020204" pitchFamily="34" charset="0"/>
              </a:rPr>
              <a:t>IMEC Services, </a:t>
            </a:r>
            <a:r>
              <a:rPr kumimoji="0" lang="en-US" altLang="en-US" sz="1200" b="1" i="0" u="none" strike="noStrike" cap="none" normalizeH="0" baseline="0" dirty="0" err="1">
                <a:ln>
                  <a:noFill/>
                </a:ln>
                <a:solidFill>
                  <a:schemeClr val="tx1"/>
                </a:solidFill>
                <a:effectLst/>
                <a:latin typeface="Arial" panose="020B0604020202020204" pitchFamily="34" charset="0"/>
              </a:rPr>
              <a:t>Mediaone</a:t>
            </a:r>
            <a:r>
              <a:rPr kumimoji="0" lang="en-US" altLang="en-US" sz="1200" b="1" i="0" u="none" strike="noStrike" cap="none" normalizeH="0" baseline="0" dirty="0">
                <a:ln>
                  <a:noFill/>
                </a:ln>
                <a:solidFill>
                  <a:schemeClr val="tx1"/>
                </a:solidFill>
                <a:effectLst/>
                <a:latin typeface="Arial" panose="020B0604020202020204" pitchFamily="34" charset="0"/>
              </a:rPr>
              <a:t> Global, and Complex Cinemas</a:t>
            </a:r>
            <a:r>
              <a:rPr kumimoji="0" lang="en-US" altLang="en-US" sz="1200" b="0" i="0" u="none" strike="noStrike" cap="none" normalizeH="0" baseline="0" dirty="0">
                <a:ln>
                  <a:noFill/>
                </a:ln>
                <a:solidFill>
                  <a:schemeClr val="tx1"/>
                </a:solidFill>
                <a:effectLst/>
                <a:latin typeface="Arial" panose="020B0604020202020204" pitchFamily="34" charset="0"/>
              </a:rPr>
              <a:t> show </a:t>
            </a:r>
            <a:r>
              <a:rPr kumimoji="0" lang="en-US" altLang="en-US" sz="1200" b="1" i="0" u="none" strike="noStrike" cap="none" normalizeH="0" baseline="0" dirty="0">
                <a:ln>
                  <a:noFill/>
                </a:ln>
                <a:solidFill>
                  <a:schemeClr val="tx1"/>
                </a:solidFill>
                <a:effectLst/>
                <a:latin typeface="Arial" panose="020B0604020202020204" pitchFamily="34" charset="0"/>
              </a:rPr>
              <a:t>similar performance levels</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 </a:t>
            </a:r>
            <a:r>
              <a:rPr lang="en-US" altLang="en-US" sz="1200" b="1" dirty="0" err="1">
                <a:solidFill>
                  <a:schemeClr val="tx1"/>
                </a:solidFill>
                <a:latin typeface="Arial" panose="020B0604020202020204" pitchFamily="34" charset="0"/>
              </a:rPr>
              <a:t>i</a:t>
            </a:r>
            <a:r>
              <a:rPr kumimoji="0" lang="en-US" altLang="en-US" sz="1200" b="1" i="0" u="none" strike="noStrike" cap="none" normalizeH="0" baseline="0" dirty="0" err="1">
                <a:ln>
                  <a:noFill/>
                </a:ln>
                <a:solidFill>
                  <a:schemeClr val="tx1"/>
                </a:solidFill>
                <a:effectLst/>
                <a:latin typeface="Arial" panose="020B0604020202020204" pitchFamily="34" charset="0"/>
              </a:rPr>
              <a:t>Street</a:t>
            </a:r>
            <a:r>
              <a:rPr kumimoji="0" lang="en-US" altLang="en-US" sz="1200" b="1" i="0" u="none" strike="noStrike" cap="none" normalizeH="0" baseline="0" dirty="0">
                <a:ln>
                  <a:noFill/>
                </a:ln>
                <a:solidFill>
                  <a:schemeClr val="tx1"/>
                </a:solidFill>
                <a:effectLst/>
                <a:latin typeface="Arial" panose="020B0604020202020204" pitchFamily="34" charset="0"/>
              </a:rPr>
              <a:t> Network, SSMD </a:t>
            </a:r>
            <a:r>
              <a:rPr kumimoji="0" lang="en-US" altLang="en-US" sz="1200" b="1" i="0" u="none" strike="noStrike" cap="none" normalizeH="0" baseline="0" dirty="0" err="1">
                <a:ln>
                  <a:noFill/>
                </a:ln>
                <a:solidFill>
                  <a:schemeClr val="tx1"/>
                </a:solidFill>
                <a:effectLst/>
                <a:latin typeface="Arial" panose="020B0604020202020204" pitchFamily="34" charset="0"/>
              </a:rPr>
              <a:t>Agrotech</a:t>
            </a:r>
            <a:r>
              <a:rPr kumimoji="0" lang="en-US" altLang="en-US" sz="1200" b="1" i="0" u="none" strike="noStrike" cap="none" normalizeH="0" baseline="0" dirty="0">
                <a:ln>
                  <a:noFill/>
                </a:ln>
                <a:solidFill>
                  <a:schemeClr val="tx1"/>
                </a:solidFill>
                <a:effectLst/>
                <a:latin typeface="Arial" panose="020B0604020202020204" pitchFamily="34" charset="0"/>
              </a:rPr>
              <a:t>, and </a:t>
            </a:r>
            <a:r>
              <a:rPr kumimoji="0" lang="en-US" altLang="en-US" sz="1200" b="1" i="0" u="none" strike="noStrike" cap="none" normalizeH="0" baseline="0" dirty="0" err="1">
                <a:ln>
                  <a:noFill/>
                </a:ln>
                <a:solidFill>
                  <a:schemeClr val="tx1"/>
                </a:solidFill>
                <a:effectLst/>
                <a:latin typeface="Arial" panose="020B0604020202020204" pitchFamily="34" charset="0"/>
              </a:rPr>
              <a:t>Reganto</a:t>
            </a:r>
            <a:r>
              <a:rPr kumimoji="0" lang="en-US" altLang="en-US" sz="1200" b="1" i="0" u="none" strike="noStrike" cap="none" normalizeH="0" baseline="0" dirty="0">
                <a:ln>
                  <a:noFill/>
                </a:ln>
                <a:solidFill>
                  <a:schemeClr val="tx1"/>
                </a:solidFill>
                <a:effectLst/>
                <a:latin typeface="Arial" panose="020B0604020202020204" pitchFamily="34" charset="0"/>
              </a:rPr>
              <a:t> Enterprises</a:t>
            </a:r>
            <a:r>
              <a:rPr kumimoji="0" lang="en-US" altLang="en-US" sz="1200" b="0" i="0" u="none" strike="noStrike" cap="none" normalizeH="0" baseline="0" dirty="0">
                <a:ln>
                  <a:noFill/>
                </a:ln>
                <a:solidFill>
                  <a:schemeClr val="tx1"/>
                </a:solidFill>
                <a:effectLst/>
                <a:latin typeface="Arial" panose="020B0604020202020204" pitchFamily="34" charset="0"/>
              </a:rPr>
              <a:t> have comparatively </a:t>
            </a:r>
            <a:r>
              <a:rPr kumimoji="0" lang="en-US" altLang="en-US" sz="1200" b="1" i="0" u="none" strike="noStrike" cap="none" normalizeH="0" baseline="0" dirty="0">
                <a:ln>
                  <a:noFill/>
                </a:ln>
                <a:solidFill>
                  <a:schemeClr val="tx1"/>
                </a:solidFill>
                <a:effectLst/>
                <a:latin typeface="Arial" panose="020B0604020202020204" pitchFamily="34" charset="0"/>
              </a:rPr>
              <a:t>lower ROCE values</a:t>
            </a:r>
            <a:r>
              <a:rPr kumimoji="0" lang="en-US" altLang="en-US" sz="1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685570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46"/>
          <p:cNvSpPr txBox="1">
            <a:spLocks noGrp="1"/>
          </p:cNvSpPr>
          <p:nvPr>
            <p:ph type="title"/>
          </p:nvPr>
        </p:nvSpPr>
        <p:spPr>
          <a:xfrm>
            <a:off x="720000" y="74341"/>
            <a:ext cx="7710900" cy="51279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Average  Profit %  By Companies</a:t>
            </a:r>
            <a:endParaRPr sz="1800" dirty="0"/>
          </a:p>
        </p:txBody>
      </p:sp>
      <p:grpSp>
        <p:nvGrpSpPr>
          <p:cNvPr id="490" name="Google Shape;490;p46"/>
          <p:cNvGrpSpPr/>
          <p:nvPr/>
        </p:nvGrpSpPr>
        <p:grpSpPr>
          <a:xfrm>
            <a:off x="6076097" y="1635708"/>
            <a:ext cx="3620353" cy="2920656"/>
            <a:chOff x="6076097" y="1635708"/>
            <a:chExt cx="3620353" cy="2920656"/>
          </a:xfrm>
        </p:grpSpPr>
        <p:pic>
          <p:nvPicPr>
            <p:cNvPr id="491" name="Google Shape;491;p46"/>
            <p:cNvPicPr preferRelativeResize="0"/>
            <p:nvPr/>
          </p:nvPicPr>
          <p:blipFill>
            <a:blip r:embed="rId3">
              <a:alphaModFix/>
            </a:blip>
            <a:stretch>
              <a:fillRect/>
            </a:stretch>
          </p:blipFill>
          <p:spPr>
            <a:xfrm rot="-2501467" flipH="1">
              <a:off x="6219833" y="3307749"/>
              <a:ext cx="1309749" cy="930932"/>
            </a:xfrm>
            <a:prstGeom prst="rect">
              <a:avLst/>
            </a:prstGeom>
            <a:noFill/>
            <a:ln>
              <a:noFill/>
            </a:ln>
          </p:spPr>
        </p:pic>
        <p:sp>
          <p:nvSpPr>
            <p:cNvPr id="492" name="Google Shape;492;p46"/>
            <p:cNvSpPr/>
            <p:nvPr/>
          </p:nvSpPr>
          <p:spPr>
            <a:xfrm>
              <a:off x="7286625" y="1635708"/>
              <a:ext cx="2409825" cy="2269550"/>
            </a:xfrm>
            <a:custGeom>
              <a:avLst/>
              <a:gdLst/>
              <a:ahLst/>
              <a:cxnLst/>
              <a:rect l="l" t="t" r="r" b="b"/>
              <a:pathLst>
                <a:path w="96393" h="90782" extrusionOk="0">
                  <a:moveTo>
                    <a:pt x="96393" y="2771"/>
                  </a:moveTo>
                  <a:cubicBezTo>
                    <a:pt x="79347" y="-2474"/>
                    <a:pt x="48903" y="-1196"/>
                    <a:pt x="44577" y="16106"/>
                  </a:cubicBezTo>
                  <a:cubicBezTo>
                    <a:pt x="43164" y="21759"/>
                    <a:pt x="44534" y="35868"/>
                    <a:pt x="49530" y="32870"/>
                  </a:cubicBezTo>
                  <a:cubicBezTo>
                    <a:pt x="51410" y="31742"/>
                    <a:pt x="51487" y="28429"/>
                    <a:pt x="50673" y="26393"/>
                  </a:cubicBezTo>
                  <a:cubicBezTo>
                    <a:pt x="49912" y="24492"/>
                    <a:pt x="46478" y="24870"/>
                    <a:pt x="44577" y="25631"/>
                  </a:cubicBezTo>
                  <a:cubicBezTo>
                    <a:pt x="39619" y="27614"/>
                    <a:pt x="40923" y="35837"/>
                    <a:pt x="37719" y="40109"/>
                  </a:cubicBezTo>
                  <a:cubicBezTo>
                    <a:pt x="33589" y="45616"/>
                    <a:pt x="27867" y="50505"/>
                    <a:pt x="21336" y="52682"/>
                  </a:cubicBezTo>
                  <a:cubicBezTo>
                    <a:pt x="18442" y="53647"/>
                    <a:pt x="14349" y="54458"/>
                    <a:pt x="12192" y="52301"/>
                  </a:cubicBezTo>
                  <a:cubicBezTo>
                    <a:pt x="10845" y="50954"/>
                    <a:pt x="14874" y="48636"/>
                    <a:pt x="16764" y="48872"/>
                  </a:cubicBezTo>
                  <a:cubicBezTo>
                    <a:pt x="19275" y="49186"/>
                    <a:pt x="19546" y="53630"/>
                    <a:pt x="19050" y="56111"/>
                  </a:cubicBezTo>
                  <a:cubicBezTo>
                    <a:pt x="16464" y="69042"/>
                    <a:pt x="9324" y="81458"/>
                    <a:pt x="0" y="90782"/>
                  </a:cubicBezTo>
                </a:path>
              </a:pathLst>
            </a:custGeom>
            <a:noFill/>
            <a:ln w="9525" cap="flat" cmpd="sng">
              <a:solidFill>
                <a:schemeClr val="lt1"/>
              </a:solidFill>
              <a:prstDash val="dot"/>
              <a:round/>
              <a:headEnd type="none" w="med" len="med"/>
              <a:tailEnd type="none" w="med" len="med"/>
            </a:ln>
          </p:spPr>
          <p:txBody>
            <a:bodyPr/>
            <a:lstStyle/>
            <a:p>
              <a:endParaRPr lang="en-IN"/>
            </a:p>
          </p:txBody>
        </p:sp>
      </p:grpSp>
      <p:pic>
        <p:nvPicPr>
          <p:cNvPr id="2" name="Picture 1">
            <a:extLst>
              <a:ext uri="{FF2B5EF4-FFF2-40B4-BE49-F238E27FC236}">
                <a16:creationId xmlns:a16="http://schemas.microsoft.com/office/drawing/2014/main" id="{E0B86B01-1970-CBFD-352F-B5405D443F37}"/>
              </a:ext>
            </a:extLst>
          </p:cNvPr>
          <p:cNvPicPr>
            <a:picLocks noChangeAspect="1"/>
          </p:cNvPicPr>
          <p:nvPr/>
        </p:nvPicPr>
        <p:blipFill>
          <a:blip r:embed="rId4"/>
          <a:stretch>
            <a:fillRect/>
          </a:stretch>
        </p:blipFill>
        <p:spPr>
          <a:xfrm>
            <a:off x="156117" y="698462"/>
            <a:ext cx="4211633" cy="2832754"/>
          </a:xfrm>
          <a:prstGeom prst="rect">
            <a:avLst/>
          </a:prstGeom>
        </p:spPr>
      </p:pic>
      <p:sp>
        <p:nvSpPr>
          <p:cNvPr id="3" name="Rectangle 1">
            <a:extLst>
              <a:ext uri="{FF2B5EF4-FFF2-40B4-BE49-F238E27FC236}">
                <a16:creationId xmlns:a16="http://schemas.microsoft.com/office/drawing/2014/main" id="{4138DD1E-8D3D-25D2-08D1-E08DB29C5624}"/>
              </a:ext>
            </a:extLst>
          </p:cNvPr>
          <p:cNvSpPr>
            <a:spLocks noChangeArrowheads="1"/>
          </p:cNvSpPr>
          <p:nvPr/>
        </p:nvSpPr>
        <p:spPr bwMode="auto">
          <a:xfrm>
            <a:off x="4432257" y="936070"/>
            <a:ext cx="455562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Companies with higher profit percentages indicate strong financial performance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High profitability reflects efficient operations and good revenue management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These companies are more likely to sustain growth and expand further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Profitable companies have higher potential for long-term business relationships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This helps us identify companies that are not just active, but financially strong </a:t>
            </a:r>
          </a:p>
        </p:txBody>
      </p:sp>
      <p:sp>
        <p:nvSpPr>
          <p:cNvPr id="4" name="Rectangle 2">
            <a:extLst>
              <a:ext uri="{FF2B5EF4-FFF2-40B4-BE49-F238E27FC236}">
                <a16:creationId xmlns:a16="http://schemas.microsoft.com/office/drawing/2014/main" id="{7FA38979-4C94-CCCE-837F-901CF1731431}"/>
              </a:ext>
            </a:extLst>
          </p:cNvPr>
          <p:cNvSpPr>
            <a:spLocks noChangeArrowheads="1"/>
          </p:cNvSpPr>
          <p:nvPr/>
        </p:nvSpPr>
        <p:spPr bwMode="auto">
          <a:xfrm>
            <a:off x="96644" y="3789787"/>
            <a:ext cx="87574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Arial" panose="020B0604020202020204" pitchFamily="34" charset="0"/>
              </a:rPr>
              <a:t>iStreet</a:t>
            </a:r>
            <a:r>
              <a:rPr kumimoji="0" lang="en-US" altLang="en-US" sz="1200" b="1" i="0" u="none" strike="noStrike" cap="none" normalizeH="0" baseline="0" dirty="0">
                <a:ln>
                  <a:noFill/>
                </a:ln>
                <a:solidFill>
                  <a:schemeClr val="tx1"/>
                </a:solidFill>
                <a:effectLst/>
                <a:latin typeface="Arial" panose="020B0604020202020204" pitchFamily="34" charset="0"/>
              </a:rPr>
              <a:t> Network</a:t>
            </a:r>
            <a:r>
              <a:rPr kumimoji="0" lang="en-US" altLang="en-US" sz="1200" b="0" i="0" u="none" strike="noStrike" cap="none" normalizeH="0" baseline="0" dirty="0">
                <a:ln>
                  <a:noFill/>
                </a:ln>
                <a:solidFill>
                  <a:schemeClr val="tx1"/>
                </a:solidFill>
                <a:effectLst/>
                <a:latin typeface="Arial" panose="020B0604020202020204" pitchFamily="34" charset="0"/>
              </a:rPr>
              <a:t> has the </a:t>
            </a:r>
            <a:r>
              <a:rPr kumimoji="0" lang="en-US" altLang="en-US" sz="1200" b="1" i="0" u="none" strike="noStrike" cap="none" normalizeH="0" baseline="0" dirty="0">
                <a:ln>
                  <a:noFill/>
                </a:ln>
                <a:solidFill>
                  <a:schemeClr val="tx1"/>
                </a:solidFill>
                <a:effectLst/>
                <a:latin typeface="Arial" panose="020B0604020202020204" pitchFamily="34" charset="0"/>
              </a:rPr>
              <a:t>highest profit percentage</a:t>
            </a:r>
            <a:r>
              <a:rPr kumimoji="0" lang="en-US" altLang="en-US" sz="1200" b="0" i="0" u="none" strike="noStrike" cap="none" normalizeH="0" baseline="0" dirty="0">
                <a:ln>
                  <a:noFill/>
                </a:ln>
                <a:solidFill>
                  <a:schemeClr val="tx1"/>
                </a:solidFill>
                <a:effectLst/>
                <a:latin typeface="Arial" panose="020B0604020202020204" pitchFamily="34" charset="0"/>
              </a:rPr>
              <a:t>, clearly standing out from the rest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Arial" panose="020B0604020202020204" pitchFamily="34" charset="0"/>
              </a:rPr>
              <a:t>Reganto</a:t>
            </a:r>
            <a:r>
              <a:rPr kumimoji="0" lang="en-US" altLang="en-US" sz="1200" b="1" i="0" u="none" strike="noStrike" cap="none" normalizeH="0" baseline="0" dirty="0">
                <a:ln>
                  <a:noFill/>
                </a:ln>
                <a:solidFill>
                  <a:schemeClr val="tx1"/>
                </a:solidFill>
                <a:effectLst/>
                <a:latin typeface="Arial" panose="020B0604020202020204" pitchFamily="34" charset="0"/>
              </a:rPr>
              <a:t> Enterprises</a:t>
            </a:r>
            <a:r>
              <a:rPr kumimoji="0" lang="en-US" altLang="en-US" sz="1200" b="0" i="0" u="none" strike="noStrike" cap="none" normalizeH="0" baseline="0" dirty="0">
                <a:ln>
                  <a:noFill/>
                </a:ln>
                <a:solidFill>
                  <a:schemeClr val="tx1"/>
                </a:solidFill>
                <a:effectLst/>
                <a:latin typeface="Arial" panose="020B0604020202020204" pitchFamily="34" charset="0"/>
              </a:rPr>
              <a:t> and </a:t>
            </a:r>
            <a:r>
              <a:rPr kumimoji="0" lang="en-US" altLang="en-US" sz="1200" b="1" i="0" u="none" strike="noStrike" cap="none" normalizeH="0" baseline="0" dirty="0">
                <a:ln>
                  <a:noFill/>
                </a:ln>
                <a:solidFill>
                  <a:schemeClr val="tx1"/>
                </a:solidFill>
                <a:effectLst/>
                <a:latin typeface="Arial" panose="020B0604020202020204" pitchFamily="34" charset="0"/>
              </a:rPr>
              <a:t>E Factor Experience</a:t>
            </a:r>
            <a:r>
              <a:rPr kumimoji="0" lang="en-US" altLang="en-US" sz="1200" b="0" i="0" u="none" strike="noStrike" cap="none" normalizeH="0" baseline="0" dirty="0">
                <a:ln>
                  <a:noFill/>
                </a:ln>
                <a:solidFill>
                  <a:schemeClr val="tx1"/>
                </a:solidFill>
                <a:effectLst/>
                <a:latin typeface="Arial" panose="020B0604020202020204" pitchFamily="34" charset="0"/>
              </a:rPr>
              <a:t> also show </a:t>
            </a:r>
            <a:r>
              <a:rPr kumimoji="0" lang="en-US" altLang="en-US" sz="1200" b="1" i="0" u="none" strike="noStrike" cap="none" normalizeH="0" baseline="0" dirty="0">
                <a:ln>
                  <a:noFill/>
                </a:ln>
                <a:solidFill>
                  <a:schemeClr val="tx1"/>
                </a:solidFill>
                <a:effectLst/>
                <a:latin typeface="Arial" panose="020B0604020202020204" pitchFamily="34" charset="0"/>
              </a:rPr>
              <a:t>strong profit performance</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Companies like </a:t>
            </a:r>
            <a:r>
              <a:rPr kumimoji="0" lang="en-US" altLang="en-US" sz="1200" b="1" i="0" u="none" strike="noStrike" cap="none" normalizeH="0" baseline="0" dirty="0">
                <a:ln>
                  <a:noFill/>
                </a:ln>
                <a:solidFill>
                  <a:schemeClr val="tx1"/>
                </a:solidFill>
                <a:effectLst/>
                <a:latin typeface="Arial" panose="020B0604020202020204" pitchFamily="34" charset="0"/>
              </a:rPr>
              <a:t>Somi’s Consumer</a:t>
            </a:r>
            <a:r>
              <a:rPr kumimoji="0" lang="en-US" altLang="en-US" sz="1200" b="0" i="0" u="none" strike="noStrike" cap="none" normalizeH="0" baseline="0" dirty="0">
                <a:ln>
                  <a:noFill/>
                </a:ln>
                <a:solidFill>
                  <a:schemeClr val="tx1"/>
                </a:solidFill>
                <a:effectLst/>
                <a:latin typeface="Arial" panose="020B0604020202020204" pitchFamily="34" charset="0"/>
              </a:rPr>
              <a:t> and </a:t>
            </a:r>
            <a:r>
              <a:rPr kumimoji="0" lang="en-US" altLang="en-US" sz="1200" b="1" i="0" u="none" strike="noStrike" cap="none" normalizeH="0" baseline="0" dirty="0" err="1">
                <a:ln>
                  <a:noFill/>
                </a:ln>
                <a:solidFill>
                  <a:schemeClr val="tx1"/>
                </a:solidFill>
                <a:effectLst/>
                <a:latin typeface="Arial" panose="020B0604020202020204" pitchFamily="34" charset="0"/>
              </a:rPr>
              <a:t>eTour</a:t>
            </a:r>
            <a:r>
              <a:rPr kumimoji="0" lang="en-US" altLang="en-US" sz="1200" b="1" i="0" u="none" strike="noStrike" cap="none" normalizeH="0" baseline="0" dirty="0">
                <a:ln>
                  <a:noFill/>
                </a:ln>
                <a:solidFill>
                  <a:schemeClr val="tx1"/>
                </a:solidFill>
                <a:effectLst/>
                <a:latin typeface="Arial" panose="020B0604020202020204" pitchFamily="34" charset="0"/>
              </a:rPr>
              <a:t> Entertainment</a:t>
            </a:r>
            <a:r>
              <a:rPr kumimoji="0" lang="en-US" altLang="en-US" sz="1200" b="0" i="0" u="none" strike="noStrike" cap="none" normalizeH="0" baseline="0" dirty="0">
                <a:ln>
                  <a:noFill/>
                </a:ln>
                <a:solidFill>
                  <a:schemeClr val="tx1"/>
                </a:solidFill>
                <a:effectLst/>
                <a:latin typeface="Arial" panose="020B0604020202020204" pitchFamily="34" charset="0"/>
              </a:rPr>
              <a:t> have </a:t>
            </a:r>
            <a:r>
              <a:rPr kumimoji="0" lang="en-US" altLang="en-US" sz="1200" b="1" i="0" u="none" strike="noStrike" cap="none" normalizeH="0" baseline="0" dirty="0">
                <a:ln>
                  <a:noFill/>
                </a:ln>
                <a:solidFill>
                  <a:schemeClr val="tx1"/>
                </a:solidFill>
                <a:effectLst/>
                <a:latin typeface="Arial" panose="020B0604020202020204" pitchFamily="34" charset="0"/>
              </a:rPr>
              <a:t>moderate profit levels</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Other companies such as </a:t>
            </a:r>
            <a:r>
              <a:rPr kumimoji="0" lang="en-US" altLang="en-US" sz="1200" b="1" i="0" u="none" strike="noStrike" cap="none" normalizeH="0" baseline="0" dirty="0">
                <a:ln>
                  <a:noFill/>
                </a:ln>
                <a:solidFill>
                  <a:schemeClr val="tx1"/>
                </a:solidFill>
                <a:effectLst/>
                <a:latin typeface="Arial" panose="020B0604020202020204" pitchFamily="34" charset="0"/>
              </a:rPr>
              <a:t>Spice Islands, Magnus Steel, and Infinity Highway</a:t>
            </a:r>
            <a:r>
              <a:rPr kumimoji="0" lang="en-US" altLang="en-US" sz="1200" b="0" i="0" u="none" strike="noStrike" cap="none" normalizeH="0" baseline="0" dirty="0">
                <a:ln>
                  <a:noFill/>
                </a:ln>
                <a:solidFill>
                  <a:schemeClr val="tx1"/>
                </a:solidFill>
                <a:effectLst/>
                <a:latin typeface="Arial" panose="020B0604020202020204" pitchFamily="34" charset="0"/>
              </a:rPr>
              <a:t> show </a:t>
            </a:r>
            <a:r>
              <a:rPr kumimoji="0" lang="en-US" altLang="en-US" sz="1200" b="1" i="0" u="none" strike="noStrike" cap="none" normalizeH="0" baseline="0" dirty="0">
                <a:ln>
                  <a:noFill/>
                </a:ln>
                <a:solidFill>
                  <a:schemeClr val="tx1"/>
                </a:solidFill>
                <a:effectLst/>
                <a:latin typeface="Arial" panose="020B0604020202020204" pitchFamily="34" charset="0"/>
              </a:rPr>
              <a:t>relatively lower but stable profit percentages</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Overall, most companies fall in a </a:t>
            </a:r>
            <a:r>
              <a:rPr kumimoji="0" lang="en-US" altLang="en-US" sz="1200" b="1" i="0" u="none" strike="noStrike" cap="none" normalizeH="0" baseline="0" dirty="0">
                <a:ln>
                  <a:noFill/>
                </a:ln>
                <a:solidFill>
                  <a:schemeClr val="tx1"/>
                </a:solidFill>
                <a:effectLst/>
                <a:latin typeface="Arial" panose="020B0604020202020204" pitchFamily="34" charset="0"/>
              </a:rPr>
              <a:t>mid to low profit range</a:t>
            </a:r>
            <a:r>
              <a:rPr kumimoji="0" lang="en-US" altLang="en-US" sz="1200" b="0" i="0" u="none" strike="noStrike" cap="none" normalizeH="0" baseline="0" dirty="0">
                <a:ln>
                  <a:noFill/>
                </a:ln>
                <a:solidFill>
                  <a:schemeClr val="tx1"/>
                </a:solidFill>
                <a:effectLst/>
                <a:latin typeface="Arial" panose="020B0604020202020204" pitchFamily="34" charset="0"/>
              </a:rPr>
              <a:t>, with only a few high performers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4">
          <a:extLst>
            <a:ext uri="{FF2B5EF4-FFF2-40B4-BE49-F238E27FC236}">
              <a16:creationId xmlns:a16="http://schemas.microsoft.com/office/drawing/2014/main" id="{DC61A49B-061F-EF34-2D15-CFDFE57DDDCD}"/>
            </a:ext>
          </a:extLst>
        </p:cNvPr>
        <p:cNvGrpSpPr/>
        <p:nvPr/>
      </p:nvGrpSpPr>
      <p:grpSpPr>
        <a:xfrm>
          <a:off x="0" y="0"/>
          <a:ext cx="0" cy="0"/>
          <a:chOff x="0" y="0"/>
          <a:chExt cx="0" cy="0"/>
        </a:xfrm>
      </p:grpSpPr>
      <p:sp>
        <p:nvSpPr>
          <p:cNvPr id="465" name="Google Shape;465;p44">
            <a:extLst>
              <a:ext uri="{FF2B5EF4-FFF2-40B4-BE49-F238E27FC236}">
                <a16:creationId xmlns:a16="http://schemas.microsoft.com/office/drawing/2014/main" id="{D2D32285-BE59-4C9F-67FB-1BA118FA078B}"/>
              </a:ext>
            </a:extLst>
          </p:cNvPr>
          <p:cNvSpPr txBox="1">
            <a:spLocks noGrp="1"/>
          </p:cNvSpPr>
          <p:nvPr>
            <p:ph type="title"/>
          </p:nvPr>
        </p:nvSpPr>
        <p:spPr>
          <a:xfrm>
            <a:off x="725304" y="79844"/>
            <a:ext cx="8151068" cy="7825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Regional Opportunities</a:t>
            </a:r>
            <a:endParaRPr dirty="0"/>
          </a:p>
        </p:txBody>
      </p:sp>
      <p:sp>
        <p:nvSpPr>
          <p:cNvPr id="466" name="Google Shape;466;p44">
            <a:extLst>
              <a:ext uri="{FF2B5EF4-FFF2-40B4-BE49-F238E27FC236}">
                <a16:creationId xmlns:a16="http://schemas.microsoft.com/office/drawing/2014/main" id="{38FC0021-DBC7-68F2-4659-7889EFB3710D}"/>
              </a:ext>
            </a:extLst>
          </p:cNvPr>
          <p:cNvSpPr txBox="1">
            <a:spLocks noGrp="1"/>
          </p:cNvSpPr>
          <p:nvPr>
            <p:ph type="subTitle" idx="1"/>
          </p:nvPr>
        </p:nvSpPr>
        <p:spPr>
          <a:xfrm>
            <a:off x="665830" y="656213"/>
            <a:ext cx="7028511" cy="340035"/>
          </a:xfrm>
          <a:prstGeom prst="rect">
            <a:avLst/>
          </a:prstGeom>
        </p:spPr>
        <p:txBody>
          <a:bodyPr spcFirstLastPara="1" wrap="square" lIns="91425" tIns="91425" rIns="91425" bIns="91425" anchor="t" anchorCtr="0">
            <a:noAutofit/>
          </a:bodyPr>
          <a:lstStyle/>
          <a:p>
            <a:pPr marL="0" lvl="0" indent="0"/>
            <a:r>
              <a:rPr lang="en-US" sz="1000" b="1" dirty="0"/>
              <a:t>“These regions are our key target areas — offering a mix of high company presence and strong business potential.”</a:t>
            </a:r>
            <a:endParaRPr sz="1000" b="1" dirty="0"/>
          </a:p>
        </p:txBody>
      </p:sp>
      <p:sp>
        <p:nvSpPr>
          <p:cNvPr id="467" name="Google Shape;467;p44">
            <a:extLst>
              <a:ext uri="{FF2B5EF4-FFF2-40B4-BE49-F238E27FC236}">
                <a16:creationId xmlns:a16="http://schemas.microsoft.com/office/drawing/2014/main" id="{26440E3A-CFFC-59D8-4038-A9F1099E5664}"/>
              </a:ext>
            </a:extLst>
          </p:cNvPr>
          <p:cNvSpPr txBox="1">
            <a:spLocks noGrp="1"/>
          </p:cNvSpPr>
          <p:nvPr>
            <p:ph type="title" idx="2"/>
          </p:nvPr>
        </p:nvSpPr>
        <p:spPr>
          <a:xfrm>
            <a:off x="122475" y="79844"/>
            <a:ext cx="405275" cy="3067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3</a:t>
            </a:r>
            <a:endParaRPr sz="1800" dirty="0"/>
          </a:p>
        </p:txBody>
      </p:sp>
      <p:cxnSp>
        <p:nvCxnSpPr>
          <p:cNvPr id="468" name="Google Shape;468;p44">
            <a:extLst>
              <a:ext uri="{FF2B5EF4-FFF2-40B4-BE49-F238E27FC236}">
                <a16:creationId xmlns:a16="http://schemas.microsoft.com/office/drawing/2014/main" id="{7281E649-AE45-CD4F-E36D-4CA2D45920CD}"/>
              </a:ext>
            </a:extLst>
          </p:cNvPr>
          <p:cNvCxnSpPr/>
          <p:nvPr/>
        </p:nvCxnSpPr>
        <p:spPr>
          <a:xfrm>
            <a:off x="4572000" y="5023572"/>
            <a:ext cx="4264200" cy="0"/>
          </a:xfrm>
          <a:prstGeom prst="straightConnector1">
            <a:avLst/>
          </a:prstGeom>
          <a:noFill/>
          <a:ln w="9525" cap="flat" cmpd="sng">
            <a:solidFill>
              <a:schemeClr val="dk1"/>
            </a:solidFill>
            <a:prstDash val="solid"/>
            <a:round/>
            <a:headEnd type="none" w="med" len="med"/>
            <a:tailEnd type="oval" w="med" len="med"/>
          </a:ln>
        </p:spPr>
      </p:cxnSp>
      <p:pic>
        <p:nvPicPr>
          <p:cNvPr id="3" name="Picture 2">
            <a:extLst>
              <a:ext uri="{FF2B5EF4-FFF2-40B4-BE49-F238E27FC236}">
                <a16:creationId xmlns:a16="http://schemas.microsoft.com/office/drawing/2014/main" id="{CB168350-1FAA-8A1A-FE2E-8ADEE43C39FF}"/>
              </a:ext>
            </a:extLst>
          </p:cNvPr>
          <p:cNvPicPr>
            <a:picLocks noChangeAspect="1"/>
          </p:cNvPicPr>
          <p:nvPr/>
        </p:nvPicPr>
        <p:blipFill>
          <a:blip r:embed="rId3"/>
          <a:stretch>
            <a:fillRect/>
          </a:stretch>
        </p:blipFill>
        <p:spPr>
          <a:xfrm>
            <a:off x="59473" y="998575"/>
            <a:ext cx="4023149" cy="2038028"/>
          </a:xfrm>
          <a:prstGeom prst="rect">
            <a:avLst/>
          </a:prstGeom>
        </p:spPr>
      </p:pic>
      <p:sp>
        <p:nvSpPr>
          <p:cNvPr id="5" name="TextBox 4">
            <a:extLst>
              <a:ext uri="{FF2B5EF4-FFF2-40B4-BE49-F238E27FC236}">
                <a16:creationId xmlns:a16="http://schemas.microsoft.com/office/drawing/2014/main" id="{29BD8D6A-3842-C869-44DD-686AFFD30570}"/>
              </a:ext>
            </a:extLst>
          </p:cNvPr>
          <p:cNvSpPr txBox="1"/>
          <p:nvPr/>
        </p:nvSpPr>
        <p:spPr>
          <a:xfrm>
            <a:off x="4082622" y="951223"/>
            <a:ext cx="5001905" cy="2000548"/>
          </a:xfrm>
          <a:prstGeom prst="rect">
            <a:avLst/>
          </a:prstGeom>
          <a:noFill/>
        </p:spPr>
        <p:txBody>
          <a:bodyPr wrap="square">
            <a:spAutoFit/>
          </a:bodyPr>
          <a:lstStyle/>
          <a:p>
            <a:pPr>
              <a:buFont typeface="Arial" panose="020B0604020202020204" pitchFamily="34" charset="0"/>
              <a:buChar char="•"/>
            </a:pPr>
            <a:r>
              <a:rPr lang="en-US" sz="1200" b="1" dirty="0">
                <a:solidFill>
                  <a:schemeClr val="tx1"/>
                </a:solidFill>
              </a:rPr>
              <a:t>Mumbai, Maharashtra</a:t>
            </a:r>
            <a:r>
              <a:rPr lang="en-US" sz="1200" dirty="0">
                <a:solidFill>
                  <a:schemeClr val="tx1"/>
                </a:solidFill>
              </a:rPr>
              <a:t> has the </a:t>
            </a:r>
            <a:r>
              <a:rPr lang="en-US" sz="1200" b="1" dirty="0">
                <a:solidFill>
                  <a:schemeClr val="tx1"/>
                </a:solidFill>
              </a:rPr>
              <a:t>highest number of companies</a:t>
            </a:r>
            <a:r>
              <a:rPr lang="en-US" sz="1200" dirty="0">
                <a:solidFill>
                  <a:schemeClr val="tx1"/>
                </a:solidFill>
              </a:rPr>
              <a:t>, making it a major business hub </a:t>
            </a:r>
          </a:p>
          <a:p>
            <a:pPr>
              <a:buFont typeface="Arial" panose="020B0604020202020204" pitchFamily="34" charset="0"/>
              <a:buChar char="•"/>
            </a:pPr>
            <a:r>
              <a:rPr lang="en-US" sz="1200" b="1" dirty="0">
                <a:solidFill>
                  <a:schemeClr val="tx1"/>
                </a:solidFill>
              </a:rPr>
              <a:t>Ahmedabad, Gujarat</a:t>
            </a:r>
            <a:r>
              <a:rPr lang="en-US" sz="1200" dirty="0">
                <a:solidFill>
                  <a:schemeClr val="tx1"/>
                </a:solidFill>
              </a:rPr>
              <a:t> and </a:t>
            </a:r>
            <a:r>
              <a:rPr lang="en-US" sz="1200" b="1" dirty="0">
                <a:solidFill>
                  <a:schemeClr val="tx1"/>
                </a:solidFill>
              </a:rPr>
              <a:t>New Delhi</a:t>
            </a:r>
            <a:r>
              <a:rPr lang="en-US" sz="1200" dirty="0">
                <a:solidFill>
                  <a:schemeClr val="tx1"/>
                </a:solidFill>
              </a:rPr>
              <a:t> also show strong presence, indicating important regional clusters </a:t>
            </a:r>
          </a:p>
          <a:p>
            <a:pPr>
              <a:buFont typeface="Arial" panose="020B0604020202020204" pitchFamily="34" charset="0"/>
              <a:buChar char="•"/>
            </a:pPr>
            <a:r>
              <a:rPr lang="en-US" sz="1200" dirty="0">
                <a:solidFill>
                  <a:schemeClr val="tx1"/>
                </a:solidFill>
              </a:rPr>
              <a:t>Cities like </a:t>
            </a:r>
            <a:r>
              <a:rPr lang="en-US" sz="1200" b="1" dirty="0">
                <a:solidFill>
                  <a:schemeClr val="tx1"/>
                </a:solidFill>
              </a:rPr>
              <a:t>Chennai, Hyderabad, and Noida</a:t>
            </a:r>
            <a:r>
              <a:rPr lang="en-US" sz="1200" dirty="0">
                <a:solidFill>
                  <a:schemeClr val="tx1"/>
                </a:solidFill>
              </a:rPr>
              <a:t> have moderate company presence, showing growing opportunities </a:t>
            </a:r>
          </a:p>
          <a:p>
            <a:pPr>
              <a:buFont typeface="Arial" panose="020B0604020202020204" pitchFamily="34" charset="0"/>
              <a:buChar char="•"/>
            </a:pPr>
            <a:r>
              <a:rPr lang="en-US" sz="1200" b="1" dirty="0">
                <a:solidFill>
                  <a:schemeClr val="tx1"/>
                </a:solidFill>
              </a:rPr>
              <a:t>Noida, Chennai, and Vadodara</a:t>
            </a:r>
            <a:r>
              <a:rPr lang="en-US" sz="1200" dirty="0">
                <a:solidFill>
                  <a:schemeClr val="tx1"/>
                </a:solidFill>
              </a:rPr>
              <a:t> show </a:t>
            </a:r>
            <a:r>
              <a:rPr lang="en-US" sz="1200" b="1" dirty="0">
                <a:solidFill>
                  <a:schemeClr val="tx1"/>
                </a:solidFill>
              </a:rPr>
              <a:t>higher average market capitalization</a:t>
            </a:r>
            <a:r>
              <a:rPr lang="en-US" sz="1200" dirty="0">
                <a:solidFill>
                  <a:schemeClr val="tx1"/>
                </a:solidFill>
              </a:rPr>
              <a:t>, indicating financially strong companies </a:t>
            </a:r>
          </a:p>
          <a:p>
            <a:pPr>
              <a:buFont typeface="Arial" panose="020B0604020202020204" pitchFamily="34" charset="0"/>
              <a:buChar char="•"/>
            </a:pPr>
            <a:r>
              <a:rPr lang="en-US" sz="1200" dirty="0">
                <a:solidFill>
                  <a:schemeClr val="tx1"/>
                </a:solidFill>
              </a:rPr>
              <a:t>Regions like </a:t>
            </a:r>
            <a:r>
              <a:rPr lang="en-US" sz="1200" b="1" dirty="0">
                <a:solidFill>
                  <a:schemeClr val="tx1"/>
                </a:solidFill>
              </a:rPr>
              <a:t>Pune, Rajkot, and Surat</a:t>
            </a:r>
            <a:r>
              <a:rPr lang="en-US" sz="1200" dirty="0">
                <a:solidFill>
                  <a:schemeClr val="tx1"/>
                </a:solidFill>
              </a:rPr>
              <a:t> also contribute but with relatively smaller presence </a:t>
            </a:r>
          </a:p>
        </p:txBody>
      </p:sp>
      <p:sp>
        <p:nvSpPr>
          <p:cNvPr id="6" name="Rectangle 1">
            <a:extLst>
              <a:ext uri="{FF2B5EF4-FFF2-40B4-BE49-F238E27FC236}">
                <a16:creationId xmlns:a16="http://schemas.microsoft.com/office/drawing/2014/main" id="{7DAC26DF-72CF-5C94-26D7-B4A26F198C05}"/>
              </a:ext>
            </a:extLst>
          </p:cNvPr>
          <p:cNvSpPr>
            <a:spLocks noChangeArrowheads="1"/>
          </p:cNvSpPr>
          <p:nvPr/>
        </p:nvSpPr>
        <p:spPr bwMode="auto">
          <a:xfrm>
            <a:off x="72531" y="3041257"/>
            <a:ext cx="8880276"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Cities like </a:t>
            </a:r>
            <a:r>
              <a:rPr kumimoji="0" lang="en-US" altLang="en-US" sz="1300" b="1" i="0" u="none" strike="noStrike" cap="none" normalizeH="0" baseline="0" dirty="0">
                <a:ln>
                  <a:noFill/>
                </a:ln>
                <a:solidFill>
                  <a:schemeClr val="tx1"/>
                </a:solidFill>
                <a:effectLst/>
                <a:latin typeface="Arial" panose="020B0604020202020204" pitchFamily="34" charset="0"/>
              </a:rPr>
              <a:t>Mumbai, Ahmedabad, and New Delhi</a:t>
            </a:r>
            <a:r>
              <a:rPr kumimoji="0" lang="en-US" altLang="en-US" sz="1300" b="0" i="0" u="none" strike="noStrike" cap="none" normalizeH="0" baseline="0" dirty="0">
                <a:ln>
                  <a:noFill/>
                </a:ln>
                <a:solidFill>
                  <a:schemeClr val="tx1"/>
                </a:solidFill>
                <a:effectLst/>
                <a:latin typeface="Arial" panose="020B0604020202020204" pitchFamily="34" charset="0"/>
              </a:rPr>
              <a:t> have a high concentration of companies, helping Inmogic Technologies </a:t>
            </a:r>
            <a:r>
              <a:rPr kumimoji="0" lang="en-US" altLang="en-US" sz="1300" b="1" i="0" u="none" strike="noStrike" cap="none" normalizeH="0" baseline="0" dirty="0">
                <a:ln>
                  <a:noFill/>
                </a:ln>
                <a:solidFill>
                  <a:schemeClr val="tx1"/>
                </a:solidFill>
                <a:effectLst/>
                <a:latin typeface="Arial" panose="020B0604020202020204" pitchFamily="34" charset="0"/>
              </a:rPr>
              <a:t>target more clients in one region</a:t>
            </a:r>
            <a:r>
              <a:rPr kumimoji="0" lang="en-US" altLang="en-US" sz="13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Regions such as </a:t>
            </a:r>
            <a:r>
              <a:rPr kumimoji="0" lang="en-US" altLang="en-US" sz="1300" b="1" i="0" u="none" strike="noStrike" cap="none" normalizeH="0" baseline="0" dirty="0">
                <a:ln>
                  <a:noFill/>
                </a:ln>
                <a:solidFill>
                  <a:schemeClr val="tx1"/>
                </a:solidFill>
                <a:effectLst/>
                <a:latin typeface="Arial" panose="020B0604020202020204" pitchFamily="34" charset="0"/>
              </a:rPr>
              <a:t>Noida and Chennai</a:t>
            </a:r>
            <a:r>
              <a:rPr kumimoji="0" lang="en-US" altLang="en-US" sz="1300" b="0" i="0" u="none" strike="noStrike" cap="none" normalizeH="0" baseline="0" dirty="0">
                <a:ln>
                  <a:noFill/>
                </a:ln>
                <a:solidFill>
                  <a:schemeClr val="tx1"/>
                </a:solidFill>
                <a:effectLst/>
                <a:latin typeface="Arial" panose="020B0604020202020204" pitchFamily="34" charset="0"/>
              </a:rPr>
              <a:t>, with higher market capitalization, allow Inmogic Technologies to focus on </a:t>
            </a:r>
            <a:r>
              <a:rPr kumimoji="0" lang="en-US" altLang="en-US" sz="1300" b="1" i="0" u="none" strike="noStrike" cap="none" normalizeH="0" baseline="0" dirty="0">
                <a:ln>
                  <a:noFill/>
                </a:ln>
                <a:solidFill>
                  <a:schemeClr val="tx1"/>
                </a:solidFill>
                <a:effectLst/>
                <a:latin typeface="Arial" panose="020B0604020202020204" pitchFamily="34" charset="0"/>
              </a:rPr>
              <a:t>financially strong and high-value clients</a:t>
            </a:r>
            <a:r>
              <a:rPr kumimoji="0" lang="en-US" altLang="en-US" sz="13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Growing cities like </a:t>
            </a:r>
            <a:r>
              <a:rPr kumimoji="0" lang="en-US" altLang="en-US" sz="1300" b="1" i="0" u="none" strike="noStrike" cap="none" normalizeH="0" baseline="0" dirty="0">
                <a:ln>
                  <a:noFill/>
                </a:ln>
                <a:solidFill>
                  <a:schemeClr val="tx1"/>
                </a:solidFill>
                <a:effectLst/>
                <a:latin typeface="Arial" panose="020B0604020202020204" pitchFamily="34" charset="0"/>
              </a:rPr>
              <a:t>Pune, Hyderabad, and Surat</a:t>
            </a:r>
            <a:r>
              <a:rPr kumimoji="0" lang="en-US" altLang="en-US" sz="1300" b="0" i="0" u="none" strike="noStrike" cap="none" normalizeH="0" baseline="0" dirty="0">
                <a:ln>
                  <a:noFill/>
                </a:ln>
                <a:solidFill>
                  <a:schemeClr val="tx1"/>
                </a:solidFill>
                <a:effectLst/>
                <a:latin typeface="Arial" panose="020B0604020202020204" pitchFamily="34" charset="0"/>
              </a:rPr>
              <a:t> provide opportunities to </a:t>
            </a:r>
            <a:r>
              <a:rPr kumimoji="0" lang="en-US" altLang="en-US" sz="1300" b="1" i="0" u="none" strike="noStrike" cap="none" normalizeH="0" baseline="0" dirty="0">
                <a:ln>
                  <a:noFill/>
                </a:ln>
                <a:solidFill>
                  <a:schemeClr val="tx1"/>
                </a:solidFill>
                <a:effectLst/>
                <a:latin typeface="Arial" panose="020B0604020202020204" pitchFamily="34" charset="0"/>
              </a:rPr>
              <a:t>enter emerging markets early</a:t>
            </a:r>
            <a:r>
              <a:rPr kumimoji="0" lang="en-US" altLang="en-US" sz="13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Understanding regional distribution helps Inmogic Technologies plan </a:t>
            </a:r>
            <a:r>
              <a:rPr kumimoji="0" lang="en-US" altLang="en-US" sz="1300" b="1" i="0" u="none" strike="noStrike" cap="none" normalizeH="0" baseline="0" dirty="0">
                <a:ln>
                  <a:noFill/>
                </a:ln>
                <a:solidFill>
                  <a:schemeClr val="tx1"/>
                </a:solidFill>
                <a:effectLst/>
                <a:latin typeface="Arial" panose="020B0604020202020204" pitchFamily="34" charset="0"/>
              </a:rPr>
              <a:t>location-based strategies for sales, marketing, and expansion</a:t>
            </a:r>
            <a:r>
              <a:rPr kumimoji="0" lang="en-US" altLang="en-US" sz="13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It enables us to </a:t>
            </a:r>
            <a:r>
              <a:rPr kumimoji="0" lang="en-US" altLang="en-US" sz="1300" b="1" i="0" u="none" strike="noStrike" cap="none" normalizeH="0" baseline="0" dirty="0">
                <a:ln>
                  <a:noFill/>
                </a:ln>
                <a:solidFill>
                  <a:schemeClr val="tx1"/>
                </a:solidFill>
                <a:effectLst/>
                <a:latin typeface="Arial" panose="020B0604020202020204" pitchFamily="34" charset="0"/>
              </a:rPr>
              <a:t>prioritize regions based on both volume (more companies) and value (strong companies)</a:t>
            </a:r>
            <a:r>
              <a:rPr kumimoji="0" lang="en-US" altLang="en-US" sz="13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595251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7"/>
          <p:cNvSpPr txBox="1">
            <a:spLocks noGrp="1"/>
          </p:cNvSpPr>
          <p:nvPr>
            <p:ph type="title"/>
          </p:nvPr>
        </p:nvSpPr>
        <p:spPr>
          <a:xfrm>
            <a:off x="720000" y="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t>Average Market Capital By Headquarters</a:t>
            </a:r>
            <a:endParaRPr sz="2000" dirty="0"/>
          </a:p>
        </p:txBody>
      </p:sp>
      <p:pic>
        <p:nvPicPr>
          <p:cNvPr id="9" name="Picture 8">
            <a:extLst>
              <a:ext uri="{FF2B5EF4-FFF2-40B4-BE49-F238E27FC236}">
                <a16:creationId xmlns:a16="http://schemas.microsoft.com/office/drawing/2014/main" id="{07058CDF-7C2B-0843-0FFB-1FEFC4D2869D}"/>
              </a:ext>
            </a:extLst>
          </p:cNvPr>
          <p:cNvPicPr>
            <a:picLocks noChangeAspect="1"/>
          </p:cNvPicPr>
          <p:nvPr/>
        </p:nvPicPr>
        <p:blipFill>
          <a:blip r:embed="rId3"/>
          <a:stretch>
            <a:fillRect/>
          </a:stretch>
        </p:blipFill>
        <p:spPr>
          <a:xfrm>
            <a:off x="96644" y="449304"/>
            <a:ext cx="4571999" cy="2948101"/>
          </a:xfrm>
          <a:prstGeom prst="rect">
            <a:avLst/>
          </a:prstGeom>
        </p:spPr>
      </p:pic>
      <p:sp>
        <p:nvSpPr>
          <p:cNvPr id="11" name="TextBox 10">
            <a:extLst>
              <a:ext uri="{FF2B5EF4-FFF2-40B4-BE49-F238E27FC236}">
                <a16:creationId xmlns:a16="http://schemas.microsoft.com/office/drawing/2014/main" id="{C807F95F-3D40-EBA8-0637-184E721DA1A2}"/>
              </a:ext>
            </a:extLst>
          </p:cNvPr>
          <p:cNvSpPr txBox="1"/>
          <p:nvPr/>
        </p:nvSpPr>
        <p:spPr>
          <a:xfrm>
            <a:off x="4668643" y="463873"/>
            <a:ext cx="4572000" cy="2246769"/>
          </a:xfrm>
          <a:prstGeom prst="rect">
            <a:avLst/>
          </a:prstGeom>
          <a:noFill/>
        </p:spPr>
        <p:txBody>
          <a:bodyPr wrap="square">
            <a:spAutoFit/>
          </a:bodyPr>
          <a:lstStyle/>
          <a:p>
            <a:pPr>
              <a:buFont typeface="Arial" panose="020B0604020202020204" pitchFamily="34" charset="0"/>
              <a:buChar char="•"/>
            </a:pPr>
            <a:r>
              <a:rPr lang="en-IN" b="1" dirty="0">
                <a:solidFill>
                  <a:schemeClr val="tx1"/>
                </a:solidFill>
              </a:rPr>
              <a:t>Noida, Chennai, and Vadodara</a:t>
            </a:r>
            <a:r>
              <a:rPr lang="en-IN" dirty="0">
                <a:solidFill>
                  <a:schemeClr val="tx1"/>
                </a:solidFill>
              </a:rPr>
              <a:t> have the </a:t>
            </a:r>
            <a:r>
              <a:rPr lang="en-IN" b="1" dirty="0">
                <a:solidFill>
                  <a:schemeClr val="tx1"/>
                </a:solidFill>
              </a:rPr>
              <a:t>highest average market capitalization</a:t>
            </a:r>
            <a:r>
              <a:rPr lang="en-IN" dirty="0">
                <a:solidFill>
                  <a:schemeClr val="tx1"/>
                </a:solidFill>
              </a:rPr>
              <a:t>, indicating stronger companies </a:t>
            </a:r>
          </a:p>
          <a:p>
            <a:pPr>
              <a:buFont typeface="Arial" panose="020B0604020202020204" pitchFamily="34" charset="0"/>
              <a:buChar char="•"/>
            </a:pPr>
            <a:r>
              <a:rPr lang="en-IN" dirty="0">
                <a:solidFill>
                  <a:schemeClr val="tx1"/>
                </a:solidFill>
              </a:rPr>
              <a:t>Cities like </a:t>
            </a:r>
            <a:r>
              <a:rPr lang="en-IN" b="1" dirty="0">
                <a:solidFill>
                  <a:schemeClr val="tx1"/>
                </a:solidFill>
              </a:rPr>
              <a:t>Gurugram, New Delhi, and Rajkot</a:t>
            </a:r>
            <a:r>
              <a:rPr lang="en-IN" dirty="0">
                <a:solidFill>
                  <a:schemeClr val="tx1"/>
                </a:solidFill>
              </a:rPr>
              <a:t> also show </a:t>
            </a:r>
            <a:r>
              <a:rPr lang="en-IN" b="1" dirty="0">
                <a:solidFill>
                  <a:schemeClr val="tx1"/>
                </a:solidFill>
              </a:rPr>
              <a:t>good financial strength</a:t>
            </a:r>
            <a:r>
              <a:rPr lang="en-IN" dirty="0">
                <a:solidFill>
                  <a:schemeClr val="tx1"/>
                </a:solidFill>
              </a:rPr>
              <a:t> </a:t>
            </a:r>
          </a:p>
          <a:p>
            <a:pPr>
              <a:buFont typeface="Arial" panose="020B0604020202020204" pitchFamily="34" charset="0"/>
              <a:buChar char="•"/>
            </a:pPr>
            <a:r>
              <a:rPr lang="en-IN" dirty="0">
                <a:solidFill>
                  <a:schemeClr val="tx1"/>
                </a:solidFill>
              </a:rPr>
              <a:t>Regions such as </a:t>
            </a:r>
            <a:r>
              <a:rPr lang="en-IN" b="1" dirty="0">
                <a:solidFill>
                  <a:schemeClr val="tx1"/>
                </a:solidFill>
              </a:rPr>
              <a:t>Mumbai, Kolkata, and Hyderabad</a:t>
            </a:r>
            <a:r>
              <a:rPr lang="en-IN" dirty="0">
                <a:solidFill>
                  <a:schemeClr val="tx1"/>
                </a:solidFill>
              </a:rPr>
              <a:t> have relatively </a:t>
            </a:r>
            <a:r>
              <a:rPr lang="en-IN" b="1" dirty="0">
                <a:solidFill>
                  <a:schemeClr val="tx1"/>
                </a:solidFill>
              </a:rPr>
              <a:t>lower average market cap in this dataset</a:t>
            </a:r>
            <a:r>
              <a:rPr lang="en-IN" dirty="0">
                <a:solidFill>
                  <a:schemeClr val="tx1"/>
                </a:solidFill>
              </a:rPr>
              <a:t> </a:t>
            </a:r>
          </a:p>
          <a:p>
            <a:pPr>
              <a:buFont typeface="Arial" panose="020B0604020202020204" pitchFamily="34" charset="0"/>
              <a:buChar char="•"/>
            </a:pPr>
            <a:r>
              <a:rPr lang="en-IN" dirty="0">
                <a:solidFill>
                  <a:schemeClr val="tx1"/>
                </a:solidFill>
              </a:rPr>
              <a:t>Overall, different cities show </a:t>
            </a:r>
            <a:r>
              <a:rPr lang="en-IN" b="1" dirty="0">
                <a:solidFill>
                  <a:schemeClr val="tx1"/>
                </a:solidFill>
              </a:rPr>
              <a:t>varying levels of financial strength</a:t>
            </a:r>
            <a:r>
              <a:rPr lang="en-IN" dirty="0">
                <a:solidFill>
                  <a:schemeClr val="tx1"/>
                </a:solidFill>
              </a:rPr>
              <a:t> </a:t>
            </a:r>
          </a:p>
        </p:txBody>
      </p:sp>
      <p:sp>
        <p:nvSpPr>
          <p:cNvPr id="12" name="Rectangle 1">
            <a:extLst>
              <a:ext uri="{FF2B5EF4-FFF2-40B4-BE49-F238E27FC236}">
                <a16:creationId xmlns:a16="http://schemas.microsoft.com/office/drawing/2014/main" id="{B1B8BEAB-5CB2-07AC-40ED-F79314A85732}"/>
              </a:ext>
            </a:extLst>
          </p:cNvPr>
          <p:cNvSpPr>
            <a:spLocks noChangeArrowheads="1"/>
          </p:cNvSpPr>
          <p:nvPr/>
        </p:nvSpPr>
        <p:spPr bwMode="auto">
          <a:xfrm>
            <a:off x="96645" y="3503961"/>
            <a:ext cx="895729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Inmogic Technologies can focus on cities like </a:t>
            </a:r>
            <a:r>
              <a:rPr kumimoji="0" lang="en-US" altLang="en-US" b="1" i="0" u="none" strike="noStrike" cap="none" normalizeH="0" baseline="0" dirty="0">
                <a:ln>
                  <a:noFill/>
                </a:ln>
                <a:solidFill>
                  <a:schemeClr val="tx1"/>
                </a:solidFill>
                <a:effectLst/>
                <a:latin typeface="Arial" panose="020B0604020202020204" pitchFamily="34" charset="0"/>
              </a:rPr>
              <a:t>Noida, Chennai, and Vadodara</a:t>
            </a:r>
            <a:r>
              <a:rPr kumimoji="0" lang="en-US" altLang="en-US" b="0" i="0" u="none" strike="noStrike" cap="none" normalizeH="0" baseline="0" dirty="0">
                <a:ln>
                  <a:noFill/>
                </a:ln>
                <a:solidFill>
                  <a:schemeClr val="tx1"/>
                </a:solidFill>
                <a:effectLst/>
                <a:latin typeface="Arial" panose="020B0604020202020204" pitchFamily="34" charset="0"/>
              </a:rPr>
              <a:t> to target </a:t>
            </a:r>
            <a:r>
              <a:rPr kumimoji="0" lang="en-US" altLang="en-US" b="1" i="0" u="none" strike="noStrike" cap="none" normalizeH="0" baseline="0" dirty="0">
                <a:ln>
                  <a:noFill/>
                </a:ln>
                <a:solidFill>
                  <a:schemeClr val="tx1"/>
                </a:solidFill>
                <a:effectLst/>
                <a:latin typeface="Arial" panose="020B0604020202020204" pitchFamily="34" charset="0"/>
              </a:rPr>
              <a:t>financially strong and high-value clients</a:t>
            </a:r>
            <a:r>
              <a:rPr kumimoji="0" lang="en-US" altLang="en-US"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Regions with moderate values like </a:t>
            </a:r>
            <a:r>
              <a:rPr kumimoji="0" lang="en-US" altLang="en-US" b="1" i="0" u="none" strike="noStrike" cap="none" normalizeH="0" baseline="0" dirty="0">
                <a:ln>
                  <a:noFill/>
                </a:ln>
                <a:solidFill>
                  <a:schemeClr val="tx1"/>
                </a:solidFill>
                <a:effectLst/>
                <a:latin typeface="Arial" panose="020B0604020202020204" pitchFamily="34" charset="0"/>
              </a:rPr>
              <a:t>Delhi and Gurugram</a:t>
            </a:r>
            <a:r>
              <a:rPr kumimoji="0" lang="en-US" altLang="en-US" b="0" i="0" u="none" strike="noStrike" cap="none" normalizeH="0" baseline="0" dirty="0">
                <a:ln>
                  <a:noFill/>
                </a:ln>
                <a:solidFill>
                  <a:schemeClr val="tx1"/>
                </a:solidFill>
                <a:effectLst/>
                <a:latin typeface="Arial" panose="020B0604020202020204" pitchFamily="34" charset="0"/>
              </a:rPr>
              <a:t> provide </a:t>
            </a:r>
            <a:r>
              <a:rPr kumimoji="0" lang="en-US" altLang="en-US" b="1" i="0" u="none" strike="noStrike" cap="none" normalizeH="0" baseline="0" dirty="0">
                <a:ln>
                  <a:noFill/>
                </a:ln>
                <a:solidFill>
                  <a:schemeClr val="tx1"/>
                </a:solidFill>
                <a:effectLst/>
                <a:latin typeface="Arial" panose="020B0604020202020204" pitchFamily="34" charset="0"/>
              </a:rPr>
              <a:t>balanced opportunities for business expansion</a:t>
            </a:r>
            <a:r>
              <a:rPr kumimoji="0" lang="en-US" altLang="en-US"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Cities with lower market cap can be targeted for </a:t>
            </a:r>
            <a:r>
              <a:rPr kumimoji="0" lang="en-US" altLang="en-US" b="1" i="0" u="none" strike="noStrike" cap="none" normalizeH="0" baseline="0" dirty="0">
                <a:ln>
                  <a:noFill/>
                </a:ln>
                <a:solidFill>
                  <a:schemeClr val="tx1"/>
                </a:solidFill>
                <a:effectLst/>
                <a:latin typeface="Arial" panose="020B0604020202020204" pitchFamily="34" charset="0"/>
              </a:rPr>
              <a:t>early-stage partnerships and long-term growth</a:t>
            </a:r>
            <a:r>
              <a:rPr kumimoji="0" lang="en-US" altLang="en-US"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This helps Inmogic plan </a:t>
            </a:r>
            <a:r>
              <a:rPr kumimoji="0" lang="en-US" altLang="en-US" b="1" i="0" u="none" strike="noStrike" cap="none" normalizeH="0" baseline="0" dirty="0">
                <a:ln>
                  <a:noFill/>
                </a:ln>
                <a:solidFill>
                  <a:schemeClr val="tx1"/>
                </a:solidFill>
                <a:effectLst/>
                <a:latin typeface="Arial" panose="020B0604020202020204" pitchFamily="34" charset="0"/>
              </a:rPr>
              <a:t>region-wise strategies based on financial strength of companies</a:t>
            </a:r>
            <a:r>
              <a:rPr kumimoji="0" lang="en-US" altLang="en-US"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4">
          <a:extLst>
            <a:ext uri="{FF2B5EF4-FFF2-40B4-BE49-F238E27FC236}">
              <a16:creationId xmlns:a16="http://schemas.microsoft.com/office/drawing/2014/main" id="{2FA44DB6-9CE6-C774-38FA-C144396D78D2}"/>
            </a:ext>
          </a:extLst>
        </p:cNvPr>
        <p:cNvGrpSpPr/>
        <p:nvPr/>
      </p:nvGrpSpPr>
      <p:grpSpPr>
        <a:xfrm>
          <a:off x="0" y="0"/>
          <a:ext cx="0" cy="0"/>
          <a:chOff x="0" y="0"/>
          <a:chExt cx="0" cy="0"/>
        </a:xfrm>
      </p:grpSpPr>
      <p:sp>
        <p:nvSpPr>
          <p:cNvPr id="465" name="Google Shape;465;p44">
            <a:extLst>
              <a:ext uri="{FF2B5EF4-FFF2-40B4-BE49-F238E27FC236}">
                <a16:creationId xmlns:a16="http://schemas.microsoft.com/office/drawing/2014/main" id="{C5D03C5F-6C35-0337-C626-5C7BAF80AF97}"/>
              </a:ext>
            </a:extLst>
          </p:cNvPr>
          <p:cNvSpPr txBox="1">
            <a:spLocks noGrp="1"/>
          </p:cNvSpPr>
          <p:nvPr>
            <p:ph type="title"/>
          </p:nvPr>
        </p:nvSpPr>
        <p:spPr>
          <a:xfrm>
            <a:off x="546809" y="-61404"/>
            <a:ext cx="8151068" cy="7825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Website Quality Assessment</a:t>
            </a:r>
            <a:endParaRPr sz="4000" dirty="0"/>
          </a:p>
        </p:txBody>
      </p:sp>
      <p:sp>
        <p:nvSpPr>
          <p:cNvPr id="466" name="Google Shape;466;p44">
            <a:extLst>
              <a:ext uri="{FF2B5EF4-FFF2-40B4-BE49-F238E27FC236}">
                <a16:creationId xmlns:a16="http://schemas.microsoft.com/office/drawing/2014/main" id="{4E319DF0-5290-EBBC-2F1A-259EF2872A60}"/>
              </a:ext>
            </a:extLst>
          </p:cNvPr>
          <p:cNvSpPr txBox="1">
            <a:spLocks noGrp="1"/>
          </p:cNvSpPr>
          <p:nvPr>
            <p:ph type="subTitle" idx="1"/>
          </p:nvPr>
        </p:nvSpPr>
        <p:spPr>
          <a:xfrm>
            <a:off x="725303" y="611188"/>
            <a:ext cx="7028511" cy="340035"/>
          </a:xfrm>
          <a:prstGeom prst="rect">
            <a:avLst/>
          </a:prstGeom>
        </p:spPr>
        <p:txBody>
          <a:bodyPr spcFirstLastPara="1" wrap="square" lIns="91425" tIns="91425" rIns="91425" bIns="91425" anchor="t" anchorCtr="0">
            <a:noAutofit/>
          </a:bodyPr>
          <a:lstStyle/>
          <a:p>
            <a:pPr marL="0" lvl="0" indent="0"/>
            <a:r>
              <a:rPr lang="en-US" sz="1000" b="1" dirty="0"/>
              <a:t>“Evaluating overall website quality to identify design gaps and improvement opportunities.”</a:t>
            </a:r>
            <a:endParaRPr sz="1000" b="1" dirty="0"/>
          </a:p>
        </p:txBody>
      </p:sp>
      <p:sp>
        <p:nvSpPr>
          <p:cNvPr id="467" name="Google Shape;467;p44">
            <a:extLst>
              <a:ext uri="{FF2B5EF4-FFF2-40B4-BE49-F238E27FC236}">
                <a16:creationId xmlns:a16="http://schemas.microsoft.com/office/drawing/2014/main" id="{136279B8-28F3-A8A9-AFDD-4D9A57D0DE1B}"/>
              </a:ext>
            </a:extLst>
          </p:cNvPr>
          <p:cNvSpPr txBox="1">
            <a:spLocks noGrp="1"/>
          </p:cNvSpPr>
          <p:nvPr>
            <p:ph type="title" idx="2"/>
          </p:nvPr>
        </p:nvSpPr>
        <p:spPr>
          <a:xfrm>
            <a:off x="122475" y="79844"/>
            <a:ext cx="405275" cy="3067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4</a:t>
            </a:r>
            <a:endParaRPr sz="1800" dirty="0"/>
          </a:p>
        </p:txBody>
      </p:sp>
      <p:cxnSp>
        <p:nvCxnSpPr>
          <p:cNvPr id="468" name="Google Shape;468;p44">
            <a:extLst>
              <a:ext uri="{FF2B5EF4-FFF2-40B4-BE49-F238E27FC236}">
                <a16:creationId xmlns:a16="http://schemas.microsoft.com/office/drawing/2014/main" id="{0706B881-47BE-8ECB-E7B2-C0935BDE3F7B}"/>
              </a:ext>
            </a:extLst>
          </p:cNvPr>
          <p:cNvCxnSpPr/>
          <p:nvPr/>
        </p:nvCxnSpPr>
        <p:spPr>
          <a:xfrm>
            <a:off x="4383307" y="4659299"/>
            <a:ext cx="4264200" cy="0"/>
          </a:xfrm>
          <a:prstGeom prst="straightConnector1">
            <a:avLst/>
          </a:prstGeom>
          <a:noFill/>
          <a:ln w="9525" cap="flat" cmpd="sng">
            <a:solidFill>
              <a:schemeClr val="dk1"/>
            </a:solidFill>
            <a:prstDash val="solid"/>
            <a:round/>
            <a:headEnd type="none" w="med" len="med"/>
            <a:tailEnd type="oval" w="med" len="med"/>
          </a:ln>
        </p:spPr>
      </p:cxnSp>
      <p:pic>
        <p:nvPicPr>
          <p:cNvPr id="3" name="Picture 2">
            <a:extLst>
              <a:ext uri="{FF2B5EF4-FFF2-40B4-BE49-F238E27FC236}">
                <a16:creationId xmlns:a16="http://schemas.microsoft.com/office/drawing/2014/main" id="{287DC269-E321-5996-FEF7-A2C73F91D511}"/>
              </a:ext>
            </a:extLst>
          </p:cNvPr>
          <p:cNvPicPr>
            <a:picLocks noChangeAspect="1"/>
          </p:cNvPicPr>
          <p:nvPr/>
        </p:nvPicPr>
        <p:blipFill>
          <a:blip r:embed="rId3"/>
          <a:stretch>
            <a:fillRect/>
          </a:stretch>
        </p:blipFill>
        <p:spPr>
          <a:xfrm>
            <a:off x="6543494" y="1460974"/>
            <a:ext cx="2104013" cy="1239351"/>
          </a:xfrm>
          <a:prstGeom prst="rect">
            <a:avLst/>
          </a:prstGeom>
        </p:spPr>
      </p:pic>
      <p:pic>
        <p:nvPicPr>
          <p:cNvPr id="5" name="Picture 4">
            <a:extLst>
              <a:ext uri="{FF2B5EF4-FFF2-40B4-BE49-F238E27FC236}">
                <a16:creationId xmlns:a16="http://schemas.microsoft.com/office/drawing/2014/main" id="{13F7FA97-0596-4480-2B14-A34EFFD84895}"/>
              </a:ext>
            </a:extLst>
          </p:cNvPr>
          <p:cNvPicPr>
            <a:picLocks noChangeAspect="1"/>
          </p:cNvPicPr>
          <p:nvPr/>
        </p:nvPicPr>
        <p:blipFill>
          <a:blip r:embed="rId4"/>
          <a:stretch>
            <a:fillRect/>
          </a:stretch>
        </p:blipFill>
        <p:spPr>
          <a:xfrm>
            <a:off x="122475" y="997372"/>
            <a:ext cx="6062735" cy="2359324"/>
          </a:xfrm>
          <a:prstGeom prst="rect">
            <a:avLst/>
          </a:prstGeom>
        </p:spPr>
      </p:pic>
      <p:sp>
        <p:nvSpPr>
          <p:cNvPr id="6" name="Rectangle 1">
            <a:extLst>
              <a:ext uri="{FF2B5EF4-FFF2-40B4-BE49-F238E27FC236}">
                <a16:creationId xmlns:a16="http://schemas.microsoft.com/office/drawing/2014/main" id="{533B7F19-BBB8-4E16-73C2-CFEE9C830E12}"/>
              </a:ext>
            </a:extLst>
          </p:cNvPr>
          <p:cNvSpPr>
            <a:spLocks noChangeArrowheads="1"/>
          </p:cNvSpPr>
          <p:nvPr/>
        </p:nvSpPr>
        <p:spPr bwMode="auto">
          <a:xfrm>
            <a:off x="122475" y="3333335"/>
            <a:ext cx="861389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average website design score is around </a:t>
            </a:r>
            <a:r>
              <a:rPr kumimoji="0" lang="en-US" altLang="en-US" b="1" i="0" u="none" strike="noStrike" cap="none" normalizeH="0" baseline="0" dirty="0">
                <a:ln>
                  <a:noFill/>
                </a:ln>
                <a:solidFill>
                  <a:schemeClr val="tx1"/>
                </a:solidFill>
                <a:effectLst/>
                <a:latin typeface="Arial" panose="020B0604020202020204" pitchFamily="34" charset="0"/>
              </a:rPr>
              <a:t>68</a:t>
            </a:r>
            <a:r>
              <a:rPr kumimoji="0" lang="en-US" altLang="en-US" b="0" i="0" u="none" strike="noStrike" cap="none" normalizeH="0" baseline="0" dirty="0">
                <a:ln>
                  <a:noFill/>
                </a:ln>
                <a:solidFill>
                  <a:schemeClr val="tx1"/>
                </a:solidFill>
                <a:effectLst/>
                <a:latin typeface="Arial" panose="020B0604020202020204" pitchFamily="34" charset="0"/>
              </a:rPr>
              <a:t>, indicating </a:t>
            </a:r>
            <a:r>
              <a:rPr kumimoji="0" lang="en-US" altLang="en-US" b="1" i="0" u="none" strike="noStrike" cap="none" normalizeH="0" baseline="0" dirty="0">
                <a:ln>
                  <a:noFill/>
                </a:ln>
                <a:solidFill>
                  <a:schemeClr val="tx1"/>
                </a:solidFill>
                <a:effectLst/>
                <a:latin typeface="Arial" panose="020B0604020202020204" pitchFamily="34" charset="0"/>
              </a:rPr>
              <a:t>moderate overall quality</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Most companies use </a:t>
            </a:r>
            <a:r>
              <a:rPr kumimoji="0" lang="en-US" altLang="en-US" b="1" i="0" u="none" strike="noStrike" cap="none" normalizeH="0" baseline="0" dirty="0">
                <a:ln>
                  <a:noFill/>
                </a:ln>
                <a:solidFill>
                  <a:schemeClr val="tx1"/>
                </a:solidFill>
                <a:effectLst/>
                <a:latin typeface="Arial" panose="020B0604020202020204" pitchFamily="34" charset="0"/>
              </a:rPr>
              <a:t>standard or clean professional designs</a:t>
            </a:r>
            <a:r>
              <a:rPr kumimoji="0" lang="en-US" altLang="en-US" b="0" i="0" u="none" strike="noStrike" cap="none" normalizeH="0" baseline="0" dirty="0">
                <a:ln>
                  <a:noFill/>
                </a:ln>
                <a:solidFill>
                  <a:schemeClr val="tx1"/>
                </a:solidFill>
                <a:effectLst/>
                <a:latin typeface="Arial" panose="020B0604020202020204" pitchFamily="34" charset="0"/>
              </a:rPr>
              <a:t>, while fewer use basic or outdated designs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Some industries show </a:t>
            </a:r>
            <a:r>
              <a:rPr kumimoji="0" lang="en-US" altLang="en-US" b="1" i="0" u="none" strike="noStrike" cap="none" normalizeH="0" baseline="0" dirty="0">
                <a:ln>
                  <a:noFill/>
                </a:ln>
                <a:solidFill>
                  <a:schemeClr val="tx1"/>
                </a:solidFill>
                <a:effectLst/>
                <a:latin typeface="Arial" panose="020B0604020202020204" pitchFamily="34" charset="0"/>
              </a:rPr>
              <a:t>better design quality</a:t>
            </a:r>
            <a:r>
              <a:rPr kumimoji="0" lang="en-US" altLang="en-US" b="0" i="0" u="none" strike="noStrike" cap="none" normalizeH="0" baseline="0" dirty="0">
                <a:ln>
                  <a:noFill/>
                </a:ln>
                <a:solidFill>
                  <a:schemeClr val="tx1"/>
                </a:solidFill>
                <a:effectLst/>
                <a:latin typeface="Arial" panose="020B0604020202020204" pitchFamily="34" charset="0"/>
              </a:rPr>
              <a:t>, while others still have scope for improvement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There is a noticeable gap between </a:t>
            </a:r>
            <a:r>
              <a:rPr kumimoji="0" lang="en-US" altLang="en-US" b="1" i="0" u="none" strike="noStrike" cap="none" normalizeH="0" baseline="0" dirty="0">
                <a:ln>
                  <a:noFill/>
                </a:ln>
                <a:solidFill>
                  <a:schemeClr val="tx1"/>
                </a:solidFill>
                <a:effectLst/>
                <a:latin typeface="Arial" panose="020B0604020202020204" pitchFamily="34" charset="0"/>
              </a:rPr>
              <a:t>high-quality and average websites</a:t>
            </a:r>
            <a:r>
              <a:rPr kumimoji="0" lang="en-US" altLang="en-US"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243098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3" name="Title 2">
            <a:extLst>
              <a:ext uri="{FF2B5EF4-FFF2-40B4-BE49-F238E27FC236}">
                <a16:creationId xmlns:a16="http://schemas.microsoft.com/office/drawing/2014/main" id="{BDB01FCF-3992-BB49-93A4-6D605E9B1FCF}"/>
              </a:ext>
            </a:extLst>
          </p:cNvPr>
          <p:cNvSpPr>
            <a:spLocks noGrp="1"/>
          </p:cNvSpPr>
          <p:nvPr>
            <p:ph type="title"/>
          </p:nvPr>
        </p:nvSpPr>
        <p:spPr>
          <a:xfrm>
            <a:off x="720000" y="89210"/>
            <a:ext cx="7704000" cy="572700"/>
          </a:xfrm>
        </p:spPr>
        <p:txBody>
          <a:bodyPr/>
          <a:lstStyle/>
          <a:p>
            <a:r>
              <a:rPr lang="en-IN" dirty="0"/>
              <a:t>Average Website Design by Industries</a:t>
            </a:r>
          </a:p>
        </p:txBody>
      </p:sp>
      <p:pic>
        <p:nvPicPr>
          <p:cNvPr id="7" name="Picture 6">
            <a:extLst>
              <a:ext uri="{FF2B5EF4-FFF2-40B4-BE49-F238E27FC236}">
                <a16:creationId xmlns:a16="http://schemas.microsoft.com/office/drawing/2014/main" id="{8F278A98-13B1-0EA7-F8AD-1F322D7AE486}"/>
              </a:ext>
            </a:extLst>
          </p:cNvPr>
          <p:cNvPicPr>
            <a:picLocks noChangeAspect="1"/>
          </p:cNvPicPr>
          <p:nvPr/>
        </p:nvPicPr>
        <p:blipFill>
          <a:blip r:embed="rId3"/>
          <a:stretch>
            <a:fillRect/>
          </a:stretch>
        </p:blipFill>
        <p:spPr>
          <a:xfrm>
            <a:off x="126379" y="1167432"/>
            <a:ext cx="4579435" cy="2958519"/>
          </a:xfrm>
          <a:prstGeom prst="rect">
            <a:avLst/>
          </a:prstGeom>
        </p:spPr>
      </p:pic>
      <p:sp>
        <p:nvSpPr>
          <p:cNvPr id="8" name="Rectangle 1">
            <a:extLst>
              <a:ext uri="{FF2B5EF4-FFF2-40B4-BE49-F238E27FC236}">
                <a16:creationId xmlns:a16="http://schemas.microsoft.com/office/drawing/2014/main" id="{34CE4EF4-41C2-A838-D66E-B730F61EF653}"/>
              </a:ext>
            </a:extLst>
          </p:cNvPr>
          <p:cNvSpPr>
            <a:spLocks noChangeArrowheads="1"/>
          </p:cNvSpPr>
          <p:nvPr/>
        </p:nvSpPr>
        <p:spPr bwMode="auto">
          <a:xfrm>
            <a:off x="4853940" y="1225565"/>
            <a:ext cx="409678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Inmogic can identify companies with </a:t>
            </a:r>
            <a:r>
              <a:rPr kumimoji="0" lang="en-US" altLang="en-US" sz="1600" b="1" i="0" u="none" strike="noStrike" cap="none" normalizeH="0" baseline="0" dirty="0">
                <a:ln>
                  <a:noFill/>
                </a:ln>
                <a:solidFill>
                  <a:schemeClr val="tx1"/>
                </a:solidFill>
                <a:effectLst/>
                <a:latin typeface="Arial" panose="020B0604020202020204" pitchFamily="34" charset="0"/>
              </a:rPr>
              <a:t>poor or average website quality</a:t>
            </a:r>
            <a:r>
              <a:rPr kumimoji="0" lang="en-US" altLang="en-US" sz="1600" b="0" i="0" u="none" strike="noStrike" cap="none" normalizeH="0" baseline="0" dirty="0">
                <a:ln>
                  <a:noFill/>
                </a:ln>
                <a:solidFill>
                  <a:schemeClr val="tx1"/>
                </a:solidFill>
                <a:effectLst/>
                <a:latin typeface="Arial" panose="020B0604020202020204" pitchFamily="34" charset="0"/>
              </a:rPr>
              <a:t> and offer improvement solutions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Companies using </a:t>
            </a:r>
            <a:r>
              <a:rPr kumimoji="0" lang="en-US" altLang="en-US" sz="1600" b="1" i="0" u="none" strike="noStrike" cap="none" normalizeH="0" baseline="0" dirty="0">
                <a:ln>
                  <a:noFill/>
                </a:ln>
                <a:solidFill>
                  <a:schemeClr val="tx1"/>
                </a:solidFill>
                <a:effectLst/>
                <a:latin typeface="Arial" panose="020B0604020202020204" pitchFamily="34" charset="0"/>
              </a:rPr>
              <a:t>basic or outdated designs</a:t>
            </a:r>
            <a:r>
              <a:rPr kumimoji="0" lang="en-US" altLang="en-US" sz="1600" b="0" i="0" u="none" strike="noStrike" cap="none" normalizeH="0" baseline="0" dirty="0">
                <a:ln>
                  <a:noFill/>
                </a:ln>
                <a:solidFill>
                  <a:schemeClr val="tx1"/>
                </a:solidFill>
                <a:effectLst/>
                <a:latin typeface="Arial" panose="020B0604020202020204" pitchFamily="34" charset="0"/>
              </a:rPr>
              <a:t> become </a:t>
            </a:r>
            <a:r>
              <a:rPr kumimoji="0" lang="en-US" altLang="en-US" sz="1600" b="1" i="0" u="none" strike="noStrike" cap="none" normalizeH="0" baseline="0" dirty="0">
                <a:ln>
                  <a:noFill/>
                </a:ln>
                <a:solidFill>
                  <a:schemeClr val="tx1"/>
                </a:solidFill>
                <a:effectLst/>
                <a:latin typeface="Arial" panose="020B0604020202020204" pitchFamily="34" charset="0"/>
              </a:rPr>
              <a:t>high-potential clients</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Industry-wise insights help Inmogic </a:t>
            </a:r>
            <a:r>
              <a:rPr kumimoji="0" lang="en-US" altLang="en-US" sz="1600" b="1" i="0" u="none" strike="noStrike" cap="none" normalizeH="0" baseline="0" dirty="0">
                <a:ln>
                  <a:noFill/>
                </a:ln>
                <a:solidFill>
                  <a:schemeClr val="tx1"/>
                </a:solidFill>
                <a:effectLst/>
                <a:latin typeface="Arial" panose="020B0604020202020204" pitchFamily="34" charset="0"/>
              </a:rPr>
              <a:t>target sectors with lower design quality</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It enables Inmogic to position itself as a </a:t>
            </a:r>
            <a:r>
              <a:rPr kumimoji="0" lang="en-US" altLang="en-US" sz="1600" b="1" i="0" u="none" strike="noStrike" cap="none" normalizeH="0" baseline="0" dirty="0">
                <a:ln>
                  <a:noFill/>
                </a:ln>
                <a:solidFill>
                  <a:schemeClr val="tx1"/>
                </a:solidFill>
                <a:effectLst/>
                <a:latin typeface="Arial" panose="020B0604020202020204" pitchFamily="34" charset="0"/>
              </a:rPr>
              <a:t>solution provider for website enhancement and digital presence</a:t>
            </a:r>
            <a:r>
              <a:rPr kumimoji="0" lang="en-US" altLang="en-US" sz="1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a:extLst>
            <a:ext uri="{FF2B5EF4-FFF2-40B4-BE49-F238E27FC236}">
              <a16:creationId xmlns:a16="http://schemas.microsoft.com/office/drawing/2014/main" id="{B6906AC6-CD74-4FF3-CE11-88AA1659F271}"/>
            </a:ext>
          </a:extLst>
        </p:cNvPr>
        <p:cNvGrpSpPr/>
        <p:nvPr/>
      </p:nvGrpSpPr>
      <p:grpSpPr>
        <a:xfrm>
          <a:off x="0" y="0"/>
          <a:ext cx="0" cy="0"/>
          <a:chOff x="0" y="0"/>
          <a:chExt cx="0" cy="0"/>
        </a:xfrm>
      </p:grpSpPr>
      <p:sp>
        <p:nvSpPr>
          <p:cNvPr id="465" name="Google Shape;465;p44">
            <a:extLst>
              <a:ext uri="{FF2B5EF4-FFF2-40B4-BE49-F238E27FC236}">
                <a16:creationId xmlns:a16="http://schemas.microsoft.com/office/drawing/2014/main" id="{D98890A7-E05E-0C11-0CDD-FC9204AED28D}"/>
              </a:ext>
            </a:extLst>
          </p:cNvPr>
          <p:cNvSpPr txBox="1">
            <a:spLocks noGrp="1"/>
          </p:cNvSpPr>
          <p:nvPr>
            <p:ph type="title"/>
          </p:nvPr>
        </p:nvSpPr>
        <p:spPr>
          <a:xfrm>
            <a:off x="725304" y="79844"/>
            <a:ext cx="8151068" cy="7825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UX vs Performance</a:t>
            </a:r>
            <a:endParaRPr dirty="0"/>
          </a:p>
        </p:txBody>
      </p:sp>
      <p:sp>
        <p:nvSpPr>
          <p:cNvPr id="466" name="Google Shape;466;p44">
            <a:extLst>
              <a:ext uri="{FF2B5EF4-FFF2-40B4-BE49-F238E27FC236}">
                <a16:creationId xmlns:a16="http://schemas.microsoft.com/office/drawing/2014/main" id="{21C169B6-BB29-D4F7-9101-7B04F97EF8EB}"/>
              </a:ext>
            </a:extLst>
          </p:cNvPr>
          <p:cNvSpPr txBox="1">
            <a:spLocks noGrp="1"/>
          </p:cNvSpPr>
          <p:nvPr>
            <p:ph type="subTitle" idx="1"/>
          </p:nvPr>
        </p:nvSpPr>
        <p:spPr>
          <a:xfrm>
            <a:off x="725303" y="611188"/>
            <a:ext cx="7028511" cy="340035"/>
          </a:xfrm>
          <a:prstGeom prst="rect">
            <a:avLst/>
          </a:prstGeom>
        </p:spPr>
        <p:txBody>
          <a:bodyPr spcFirstLastPara="1" wrap="square" lIns="91425" tIns="91425" rIns="91425" bIns="91425" anchor="t" anchorCtr="0">
            <a:noAutofit/>
          </a:bodyPr>
          <a:lstStyle/>
          <a:p>
            <a:pPr marL="0" lvl="0" indent="0"/>
            <a:r>
              <a:rPr lang="en-US" sz="1000" b="1" dirty="0"/>
              <a:t>“Analyzing how user experience design impacts overall website performance.”</a:t>
            </a:r>
            <a:endParaRPr sz="1000" b="1" dirty="0"/>
          </a:p>
        </p:txBody>
      </p:sp>
      <p:sp>
        <p:nvSpPr>
          <p:cNvPr id="467" name="Google Shape;467;p44">
            <a:extLst>
              <a:ext uri="{FF2B5EF4-FFF2-40B4-BE49-F238E27FC236}">
                <a16:creationId xmlns:a16="http://schemas.microsoft.com/office/drawing/2014/main" id="{8468CD9D-1E06-8429-34D0-917F95F46345}"/>
              </a:ext>
            </a:extLst>
          </p:cNvPr>
          <p:cNvSpPr txBox="1">
            <a:spLocks noGrp="1"/>
          </p:cNvSpPr>
          <p:nvPr>
            <p:ph type="title" idx="2"/>
          </p:nvPr>
        </p:nvSpPr>
        <p:spPr>
          <a:xfrm>
            <a:off x="122475" y="79844"/>
            <a:ext cx="405275" cy="3067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5</a:t>
            </a:r>
            <a:endParaRPr sz="1800" dirty="0"/>
          </a:p>
        </p:txBody>
      </p:sp>
      <p:cxnSp>
        <p:nvCxnSpPr>
          <p:cNvPr id="468" name="Google Shape;468;p44">
            <a:extLst>
              <a:ext uri="{FF2B5EF4-FFF2-40B4-BE49-F238E27FC236}">
                <a16:creationId xmlns:a16="http://schemas.microsoft.com/office/drawing/2014/main" id="{2615CA84-5A52-C2B9-D7BD-6F3D58679562}"/>
              </a:ext>
            </a:extLst>
          </p:cNvPr>
          <p:cNvCxnSpPr/>
          <p:nvPr/>
        </p:nvCxnSpPr>
        <p:spPr>
          <a:xfrm>
            <a:off x="4472730" y="5051450"/>
            <a:ext cx="4264200" cy="0"/>
          </a:xfrm>
          <a:prstGeom prst="straightConnector1">
            <a:avLst/>
          </a:prstGeom>
          <a:noFill/>
          <a:ln w="9525" cap="flat" cmpd="sng">
            <a:solidFill>
              <a:schemeClr val="dk1"/>
            </a:solidFill>
            <a:prstDash val="solid"/>
            <a:round/>
            <a:headEnd type="none" w="med" len="med"/>
            <a:tailEnd type="oval" w="med" len="med"/>
          </a:ln>
        </p:spPr>
      </p:cxnSp>
      <p:pic>
        <p:nvPicPr>
          <p:cNvPr id="3" name="Picture 2">
            <a:extLst>
              <a:ext uri="{FF2B5EF4-FFF2-40B4-BE49-F238E27FC236}">
                <a16:creationId xmlns:a16="http://schemas.microsoft.com/office/drawing/2014/main" id="{7F4CF7E3-A1B7-3DE8-4EF3-B88E0BE03CA3}"/>
              </a:ext>
            </a:extLst>
          </p:cNvPr>
          <p:cNvPicPr>
            <a:picLocks noChangeAspect="1"/>
          </p:cNvPicPr>
          <p:nvPr/>
        </p:nvPicPr>
        <p:blipFill>
          <a:blip r:embed="rId3"/>
          <a:stretch>
            <a:fillRect/>
          </a:stretch>
        </p:blipFill>
        <p:spPr>
          <a:xfrm>
            <a:off x="122475" y="1103623"/>
            <a:ext cx="4572000" cy="2356524"/>
          </a:xfrm>
          <a:prstGeom prst="rect">
            <a:avLst/>
          </a:prstGeom>
        </p:spPr>
      </p:pic>
      <p:pic>
        <p:nvPicPr>
          <p:cNvPr id="5" name="Picture 4">
            <a:extLst>
              <a:ext uri="{FF2B5EF4-FFF2-40B4-BE49-F238E27FC236}">
                <a16:creationId xmlns:a16="http://schemas.microsoft.com/office/drawing/2014/main" id="{E88BD501-98B2-DD7D-864B-6BC326F15995}"/>
              </a:ext>
            </a:extLst>
          </p:cNvPr>
          <p:cNvPicPr>
            <a:picLocks noChangeAspect="1"/>
          </p:cNvPicPr>
          <p:nvPr/>
        </p:nvPicPr>
        <p:blipFill>
          <a:blip r:embed="rId4"/>
          <a:stretch>
            <a:fillRect/>
          </a:stretch>
        </p:blipFill>
        <p:spPr>
          <a:xfrm>
            <a:off x="4932222" y="1103624"/>
            <a:ext cx="4150817" cy="2356524"/>
          </a:xfrm>
          <a:prstGeom prst="rect">
            <a:avLst/>
          </a:prstGeom>
        </p:spPr>
      </p:pic>
      <p:sp>
        <p:nvSpPr>
          <p:cNvPr id="6" name="Rectangle 1">
            <a:extLst>
              <a:ext uri="{FF2B5EF4-FFF2-40B4-BE49-F238E27FC236}">
                <a16:creationId xmlns:a16="http://schemas.microsoft.com/office/drawing/2014/main" id="{471F0899-4E24-9AC1-73C6-2C20E7BBA10A}"/>
              </a:ext>
            </a:extLst>
          </p:cNvPr>
          <p:cNvSpPr>
            <a:spLocks noChangeArrowheads="1"/>
          </p:cNvSpPr>
          <p:nvPr/>
        </p:nvSpPr>
        <p:spPr bwMode="auto">
          <a:xfrm>
            <a:off x="46629" y="3309330"/>
            <a:ext cx="479207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Most companies fall within a </a:t>
            </a:r>
            <a:r>
              <a:rPr kumimoji="0" lang="en-US" altLang="en-US" sz="1200" b="1" i="0" u="none" strike="noStrike" cap="none" normalizeH="0" baseline="0" dirty="0">
                <a:ln>
                  <a:noFill/>
                </a:ln>
                <a:solidFill>
                  <a:schemeClr val="tx1"/>
                </a:solidFill>
                <a:effectLst/>
                <a:latin typeface="Arial" panose="020B0604020202020204" pitchFamily="34" charset="0"/>
              </a:rPr>
              <a:t>mid-range score</a:t>
            </a:r>
            <a:r>
              <a:rPr kumimoji="0" lang="en-US" altLang="en-US" sz="1200" b="0" i="0" u="none" strike="noStrike" cap="none" normalizeH="0" baseline="0" dirty="0">
                <a:ln>
                  <a:noFill/>
                </a:ln>
                <a:solidFill>
                  <a:schemeClr val="tx1"/>
                </a:solidFill>
                <a:effectLst/>
                <a:latin typeface="Arial" panose="020B0604020202020204" pitchFamily="34" charset="0"/>
              </a:rPr>
              <a:t>, showing average user experience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Better design types (clean/professional) are associated with </a:t>
            </a:r>
            <a:r>
              <a:rPr kumimoji="0" lang="en-US" altLang="en-US" sz="1200" b="1" i="0" u="none" strike="noStrike" cap="none" normalizeH="0" baseline="0" dirty="0">
                <a:ln>
                  <a:noFill/>
                </a:ln>
                <a:solidFill>
                  <a:schemeClr val="tx1"/>
                </a:solidFill>
                <a:effectLst/>
                <a:latin typeface="Arial" panose="020B0604020202020204" pitchFamily="34" charset="0"/>
              </a:rPr>
              <a:t>higher performance scores</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Basic or outdated designs tend to have </a:t>
            </a:r>
            <a:r>
              <a:rPr kumimoji="0" lang="en-US" altLang="en-US" sz="1200" b="1" i="0" u="none" strike="noStrike" cap="none" normalizeH="0" baseline="0" dirty="0">
                <a:ln>
                  <a:noFill/>
                </a:ln>
                <a:solidFill>
                  <a:schemeClr val="tx1"/>
                </a:solidFill>
                <a:effectLst/>
                <a:latin typeface="Arial" panose="020B0604020202020204" pitchFamily="34" charset="0"/>
              </a:rPr>
              <a:t>lower scores and weaker performance</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There is a clear relationship between </a:t>
            </a:r>
            <a:r>
              <a:rPr kumimoji="0" lang="en-US" altLang="en-US" sz="1200" b="1" i="0" u="none" strike="noStrike" cap="none" normalizeH="0" baseline="0" dirty="0">
                <a:ln>
                  <a:noFill/>
                </a:ln>
                <a:solidFill>
                  <a:schemeClr val="tx1"/>
                </a:solidFill>
                <a:effectLst/>
                <a:latin typeface="Arial" panose="020B0604020202020204" pitchFamily="34" charset="0"/>
              </a:rPr>
              <a:t>good UX design and better performance</a:t>
            </a:r>
          </a:p>
        </p:txBody>
      </p:sp>
      <p:sp>
        <p:nvSpPr>
          <p:cNvPr id="8" name="TextBox 7">
            <a:extLst>
              <a:ext uri="{FF2B5EF4-FFF2-40B4-BE49-F238E27FC236}">
                <a16:creationId xmlns:a16="http://schemas.microsoft.com/office/drawing/2014/main" id="{B7FB39C2-DDE4-868D-9CCC-65A2DC69C15E}"/>
              </a:ext>
            </a:extLst>
          </p:cNvPr>
          <p:cNvSpPr txBox="1"/>
          <p:nvPr/>
        </p:nvSpPr>
        <p:spPr>
          <a:xfrm>
            <a:off x="4901741" y="3577592"/>
            <a:ext cx="4211778" cy="1384995"/>
          </a:xfrm>
          <a:prstGeom prst="rect">
            <a:avLst/>
          </a:prstGeom>
          <a:noFill/>
        </p:spPr>
        <p:txBody>
          <a:bodyPr wrap="square">
            <a:spAutoFit/>
          </a:bodyPr>
          <a:lstStyle/>
          <a:p>
            <a:pPr marL="171450" indent="-171450">
              <a:buFont typeface="Arial" panose="020B0604020202020204" pitchFamily="34" charset="0"/>
              <a:buChar char="•"/>
            </a:pPr>
            <a:r>
              <a:rPr lang="en-US" sz="1200" dirty="0">
                <a:solidFill>
                  <a:schemeClr val="tx1"/>
                </a:solidFill>
              </a:rPr>
              <a:t>Inmogic can promote </a:t>
            </a:r>
            <a:r>
              <a:rPr lang="en-US" sz="1200" b="1" dirty="0">
                <a:solidFill>
                  <a:schemeClr val="tx1"/>
                </a:solidFill>
              </a:rPr>
              <a:t>modern UX design solutions</a:t>
            </a:r>
            <a:r>
              <a:rPr lang="en-US" sz="1200" dirty="0">
                <a:solidFill>
                  <a:schemeClr val="tx1"/>
                </a:solidFill>
              </a:rPr>
              <a:t> to improve client performance </a:t>
            </a:r>
          </a:p>
          <a:p>
            <a:pPr marL="171450" indent="-171450">
              <a:buFont typeface="Arial" panose="020B0604020202020204" pitchFamily="34" charset="0"/>
              <a:buChar char="•"/>
            </a:pPr>
            <a:r>
              <a:rPr lang="en-US" sz="1200" dirty="0">
                <a:solidFill>
                  <a:schemeClr val="tx1"/>
                </a:solidFill>
              </a:rPr>
              <a:t>Helps in convincing clients that </a:t>
            </a:r>
            <a:r>
              <a:rPr lang="en-US" sz="1200" b="1" dirty="0">
                <a:solidFill>
                  <a:schemeClr val="tx1"/>
                </a:solidFill>
              </a:rPr>
              <a:t>better design leads to better results</a:t>
            </a:r>
            <a:r>
              <a:rPr lang="en-US" sz="1200" dirty="0">
                <a:solidFill>
                  <a:schemeClr val="tx1"/>
                </a:solidFill>
              </a:rPr>
              <a:t> </a:t>
            </a:r>
          </a:p>
          <a:p>
            <a:pPr marL="171450" indent="-171450">
              <a:buFont typeface="Arial" panose="020B0604020202020204" pitchFamily="34" charset="0"/>
              <a:buChar char="•"/>
            </a:pPr>
            <a:r>
              <a:rPr lang="en-US" sz="1200" dirty="0">
                <a:solidFill>
                  <a:schemeClr val="tx1"/>
                </a:solidFill>
              </a:rPr>
              <a:t>Allows Inmogic to offer </a:t>
            </a:r>
            <a:r>
              <a:rPr lang="en-US" sz="1200" b="1" dirty="0">
                <a:solidFill>
                  <a:schemeClr val="tx1"/>
                </a:solidFill>
              </a:rPr>
              <a:t>UX-focused services</a:t>
            </a:r>
            <a:r>
              <a:rPr lang="en-US" sz="1200" dirty="0">
                <a:solidFill>
                  <a:schemeClr val="tx1"/>
                </a:solidFill>
              </a:rPr>
              <a:t> as a value addition </a:t>
            </a:r>
          </a:p>
          <a:p>
            <a:pPr marL="171450" indent="-171450">
              <a:buFont typeface="Arial" panose="020B0604020202020204" pitchFamily="34" charset="0"/>
              <a:buChar char="•"/>
            </a:pPr>
            <a:r>
              <a:rPr lang="en-US" sz="1200" dirty="0">
                <a:solidFill>
                  <a:schemeClr val="tx1"/>
                </a:solidFill>
              </a:rPr>
              <a:t>Supports building </a:t>
            </a:r>
            <a:r>
              <a:rPr lang="en-US" sz="1200" b="1" dirty="0">
                <a:solidFill>
                  <a:schemeClr val="tx1"/>
                </a:solidFill>
              </a:rPr>
              <a:t>data-driven proposals</a:t>
            </a:r>
            <a:r>
              <a:rPr lang="en-US" sz="1200" dirty="0">
                <a:solidFill>
                  <a:schemeClr val="tx1"/>
                </a:solidFill>
              </a:rPr>
              <a:t> for clients </a:t>
            </a:r>
          </a:p>
        </p:txBody>
      </p:sp>
    </p:spTree>
    <p:extLst>
      <p:ext uri="{BB962C8B-B14F-4D97-AF65-F5344CB8AC3E}">
        <p14:creationId xmlns:p14="http://schemas.microsoft.com/office/powerpoint/2010/main" val="3563505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 name="Title 4">
            <a:extLst>
              <a:ext uri="{FF2B5EF4-FFF2-40B4-BE49-F238E27FC236}">
                <a16:creationId xmlns:a16="http://schemas.microsoft.com/office/drawing/2014/main" id="{EF8A7142-527C-B86F-C136-1BAD7EE547A4}"/>
              </a:ext>
            </a:extLst>
          </p:cNvPr>
          <p:cNvSpPr>
            <a:spLocks noGrp="1"/>
          </p:cNvSpPr>
          <p:nvPr>
            <p:ph type="title"/>
          </p:nvPr>
        </p:nvSpPr>
        <p:spPr>
          <a:xfrm>
            <a:off x="720000" y="80752"/>
            <a:ext cx="7704000" cy="432204"/>
          </a:xfrm>
        </p:spPr>
        <p:txBody>
          <a:bodyPr/>
          <a:lstStyle/>
          <a:p>
            <a:r>
              <a:rPr lang="en-IN" sz="2000" dirty="0"/>
              <a:t>Website Design vs Design Issues</a:t>
            </a:r>
          </a:p>
        </p:txBody>
      </p:sp>
      <p:pic>
        <p:nvPicPr>
          <p:cNvPr id="21" name="Picture 20">
            <a:extLst>
              <a:ext uri="{FF2B5EF4-FFF2-40B4-BE49-F238E27FC236}">
                <a16:creationId xmlns:a16="http://schemas.microsoft.com/office/drawing/2014/main" id="{81B594CA-ADA6-E301-366F-68472B160537}"/>
              </a:ext>
            </a:extLst>
          </p:cNvPr>
          <p:cNvPicPr>
            <a:picLocks noChangeAspect="1"/>
          </p:cNvPicPr>
          <p:nvPr/>
        </p:nvPicPr>
        <p:blipFill>
          <a:blip r:embed="rId3"/>
          <a:stretch>
            <a:fillRect/>
          </a:stretch>
        </p:blipFill>
        <p:spPr>
          <a:xfrm>
            <a:off x="167640" y="582652"/>
            <a:ext cx="4404360" cy="2985738"/>
          </a:xfrm>
          <a:prstGeom prst="rect">
            <a:avLst/>
          </a:prstGeom>
        </p:spPr>
      </p:pic>
      <p:sp>
        <p:nvSpPr>
          <p:cNvPr id="22" name="Rectangle 1">
            <a:extLst>
              <a:ext uri="{FF2B5EF4-FFF2-40B4-BE49-F238E27FC236}">
                <a16:creationId xmlns:a16="http://schemas.microsoft.com/office/drawing/2014/main" id="{FECD08A7-A405-0EE2-8007-17A756FB41A5}"/>
              </a:ext>
            </a:extLst>
          </p:cNvPr>
          <p:cNvSpPr>
            <a:spLocks noChangeArrowheads="1"/>
          </p:cNvSpPr>
          <p:nvPr/>
        </p:nvSpPr>
        <p:spPr bwMode="auto">
          <a:xfrm>
            <a:off x="4679424" y="541083"/>
            <a:ext cx="429693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Standard corporate design</a:t>
            </a:r>
            <a:r>
              <a:rPr kumimoji="0" lang="en-US" altLang="en-US" b="0" i="0" u="none" strike="noStrike" cap="none" normalizeH="0" baseline="0" dirty="0">
                <a:ln>
                  <a:noFill/>
                </a:ln>
                <a:solidFill>
                  <a:schemeClr val="tx1"/>
                </a:solidFill>
                <a:effectLst/>
                <a:latin typeface="Arial" panose="020B0604020202020204" pitchFamily="34" charset="0"/>
              </a:rPr>
              <a:t> has the </a:t>
            </a:r>
            <a:r>
              <a:rPr kumimoji="0" lang="en-US" altLang="en-US" b="1" i="0" u="none" strike="noStrike" cap="none" normalizeH="0" baseline="0" dirty="0">
                <a:ln>
                  <a:noFill/>
                </a:ln>
                <a:solidFill>
                  <a:schemeClr val="tx1"/>
                </a:solidFill>
                <a:effectLst/>
                <a:latin typeface="Arial" panose="020B0604020202020204" pitchFamily="34" charset="0"/>
              </a:rPr>
              <a:t>highest number of issues</a:t>
            </a:r>
            <a:r>
              <a:rPr kumimoji="0" lang="en-US" altLang="en-US" b="0" i="0" u="none" strike="noStrike" cap="none" normalizeH="0" baseline="0" dirty="0">
                <a:ln>
                  <a:noFill/>
                </a:ln>
                <a:solidFill>
                  <a:schemeClr val="tx1"/>
                </a:solidFill>
                <a:effectLst/>
                <a:latin typeface="Arial" panose="020B0604020202020204" pitchFamily="34" charset="0"/>
              </a:rPr>
              <a:t>, indicating common but not fully optimized designs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Clean professional layouts</a:t>
            </a:r>
            <a:r>
              <a:rPr kumimoji="0" lang="en-US" altLang="en-US" b="0" i="0" u="none" strike="noStrike" cap="none" normalizeH="0" baseline="0" dirty="0">
                <a:ln>
                  <a:noFill/>
                </a:ln>
                <a:solidFill>
                  <a:schemeClr val="tx1"/>
                </a:solidFill>
                <a:effectLst/>
                <a:latin typeface="Arial" panose="020B0604020202020204" pitchFamily="34" charset="0"/>
              </a:rPr>
              <a:t> also show a </a:t>
            </a:r>
            <a:r>
              <a:rPr kumimoji="0" lang="en-US" altLang="en-US" b="1" i="0" u="none" strike="noStrike" cap="none" normalizeH="0" baseline="0" dirty="0">
                <a:ln>
                  <a:noFill/>
                </a:ln>
                <a:solidFill>
                  <a:schemeClr val="tx1"/>
                </a:solidFill>
                <a:effectLst/>
                <a:latin typeface="Arial" panose="020B0604020202020204" pitchFamily="34" charset="0"/>
              </a:rPr>
              <a:t>high number of issues</a:t>
            </a:r>
            <a:r>
              <a:rPr kumimoji="0" lang="en-US" altLang="en-US" b="0" i="0" u="none" strike="noStrike" cap="none" normalizeH="0" baseline="0" dirty="0">
                <a:ln>
                  <a:noFill/>
                </a:ln>
                <a:solidFill>
                  <a:schemeClr val="tx1"/>
                </a:solidFill>
                <a:effectLst/>
                <a:latin typeface="Arial" panose="020B0604020202020204" pitchFamily="34" charset="0"/>
              </a:rPr>
              <a:t>, suggesting room for improvement despite being widely used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Basic design</a:t>
            </a:r>
            <a:r>
              <a:rPr kumimoji="0" lang="en-US" altLang="en-US" b="0" i="0" u="none" strike="noStrike" cap="none" normalizeH="0" baseline="0" dirty="0">
                <a:ln>
                  <a:noFill/>
                </a:ln>
                <a:solidFill>
                  <a:schemeClr val="tx1"/>
                </a:solidFill>
                <a:effectLst/>
                <a:latin typeface="Arial" panose="020B0604020202020204" pitchFamily="34" charset="0"/>
              </a:rPr>
              <a:t> has a moderate number of issues, reflecting </a:t>
            </a:r>
            <a:r>
              <a:rPr kumimoji="0" lang="en-US" altLang="en-US" b="1" i="0" u="none" strike="noStrike" cap="none" normalizeH="0" baseline="0" dirty="0">
                <a:ln>
                  <a:noFill/>
                </a:ln>
                <a:solidFill>
                  <a:schemeClr val="tx1"/>
                </a:solidFill>
                <a:effectLst/>
                <a:latin typeface="Arial" panose="020B0604020202020204" pitchFamily="34" charset="0"/>
              </a:rPr>
              <a:t>limited functionality and user experience gaps</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Polished modern design</a:t>
            </a:r>
            <a:r>
              <a:rPr kumimoji="0" lang="en-US" altLang="en-US" b="0" i="0" u="none" strike="noStrike" cap="none" normalizeH="0" baseline="0" dirty="0">
                <a:ln>
                  <a:noFill/>
                </a:ln>
                <a:solidFill>
                  <a:schemeClr val="tx1"/>
                </a:solidFill>
                <a:effectLst/>
                <a:latin typeface="Arial" panose="020B0604020202020204" pitchFamily="34" charset="0"/>
              </a:rPr>
              <a:t> has fewer issues, indicating </a:t>
            </a:r>
            <a:r>
              <a:rPr kumimoji="0" lang="en-US" altLang="en-US" b="1" i="0" u="none" strike="noStrike" cap="none" normalizeH="0" baseline="0" dirty="0">
                <a:ln>
                  <a:noFill/>
                </a:ln>
                <a:solidFill>
                  <a:schemeClr val="tx1"/>
                </a:solidFill>
                <a:effectLst/>
                <a:latin typeface="Arial" panose="020B0604020202020204" pitchFamily="34" charset="0"/>
              </a:rPr>
              <a:t>better design quality and optimization</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Outdated aesthetics</a:t>
            </a:r>
            <a:r>
              <a:rPr kumimoji="0" lang="en-US" altLang="en-US" b="0" i="0" u="none" strike="noStrike" cap="none" normalizeH="0" baseline="0" dirty="0">
                <a:ln>
                  <a:noFill/>
                </a:ln>
                <a:solidFill>
                  <a:schemeClr val="tx1"/>
                </a:solidFill>
                <a:effectLst/>
                <a:latin typeface="Arial" panose="020B0604020202020204" pitchFamily="34" charset="0"/>
              </a:rPr>
              <a:t> have very low count, meaning fewer companies are using completely outdated designs </a:t>
            </a:r>
          </a:p>
        </p:txBody>
      </p:sp>
      <p:sp>
        <p:nvSpPr>
          <p:cNvPr id="24" name="TextBox 23">
            <a:extLst>
              <a:ext uri="{FF2B5EF4-FFF2-40B4-BE49-F238E27FC236}">
                <a16:creationId xmlns:a16="http://schemas.microsoft.com/office/drawing/2014/main" id="{F9080B30-0533-61AC-54F0-2A3283E1FAA0}"/>
              </a:ext>
            </a:extLst>
          </p:cNvPr>
          <p:cNvSpPr txBox="1"/>
          <p:nvPr/>
        </p:nvSpPr>
        <p:spPr>
          <a:xfrm>
            <a:off x="18214" y="3677753"/>
            <a:ext cx="9144000" cy="1384995"/>
          </a:xfrm>
          <a:prstGeom prst="rect">
            <a:avLst/>
          </a:prstGeom>
          <a:noFill/>
        </p:spPr>
        <p:txBody>
          <a:bodyPr wrap="square">
            <a:spAutoFit/>
          </a:bodyPr>
          <a:lstStyle/>
          <a:p>
            <a:pPr>
              <a:buFont typeface="Arial" panose="020B0604020202020204" pitchFamily="34" charset="0"/>
              <a:buChar char="•"/>
            </a:pPr>
            <a:r>
              <a:rPr lang="en-US" dirty="0">
                <a:solidFill>
                  <a:schemeClr val="tx1"/>
                </a:solidFill>
              </a:rPr>
              <a:t>Inmogic can target companies using </a:t>
            </a:r>
            <a:r>
              <a:rPr lang="en-US" b="1" dirty="0">
                <a:solidFill>
                  <a:schemeClr val="tx1"/>
                </a:solidFill>
              </a:rPr>
              <a:t>standard and clean designs</a:t>
            </a:r>
            <a:r>
              <a:rPr lang="en-US" dirty="0">
                <a:solidFill>
                  <a:schemeClr val="tx1"/>
                </a:solidFill>
              </a:rPr>
              <a:t>, as they have the </a:t>
            </a:r>
            <a:r>
              <a:rPr lang="en-US" b="1" dirty="0">
                <a:solidFill>
                  <a:schemeClr val="tx1"/>
                </a:solidFill>
              </a:rPr>
              <a:t>highest number of improvement opportunities</a:t>
            </a:r>
            <a:r>
              <a:rPr lang="en-US" dirty="0">
                <a:solidFill>
                  <a:schemeClr val="tx1"/>
                </a:solidFill>
              </a:rPr>
              <a:t> </a:t>
            </a:r>
          </a:p>
          <a:p>
            <a:pPr>
              <a:buFont typeface="Arial" panose="020B0604020202020204" pitchFamily="34" charset="0"/>
              <a:buChar char="•"/>
            </a:pPr>
            <a:r>
              <a:rPr lang="en-US" dirty="0">
                <a:solidFill>
                  <a:schemeClr val="tx1"/>
                </a:solidFill>
              </a:rPr>
              <a:t>It helps identify </a:t>
            </a:r>
            <a:r>
              <a:rPr lang="en-US" b="1" dirty="0">
                <a:solidFill>
                  <a:schemeClr val="tx1"/>
                </a:solidFill>
              </a:rPr>
              <a:t>common problem areas in website design</a:t>
            </a:r>
            <a:r>
              <a:rPr lang="en-US" dirty="0">
                <a:solidFill>
                  <a:schemeClr val="tx1"/>
                </a:solidFill>
              </a:rPr>
              <a:t>, allowing Inmogic to offer </a:t>
            </a:r>
            <a:r>
              <a:rPr lang="en-US" b="1" dirty="0">
                <a:solidFill>
                  <a:schemeClr val="tx1"/>
                </a:solidFill>
              </a:rPr>
              <a:t>specific solutions</a:t>
            </a:r>
            <a:r>
              <a:rPr lang="en-US" dirty="0">
                <a:solidFill>
                  <a:schemeClr val="tx1"/>
                </a:solidFill>
              </a:rPr>
              <a:t> </a:t>
            </a:r>
          </a:p>
          <a:p>
            <a:pPr>
              <a:buFont typeface="Arial" panose="020B0604020202020204" pitchFamily="34" charset="0"/>
              <a:buChar char="•"/>
            </a:pPr>
            <a:r>
              <a:rPr lang="en-US" dirty="0">
                <a:solidFill>
                  <a:schemeClr val="tx1"/>
                </a:solidFill>
              </a:rPr>
              <a:t>Companies with </a:t>
            </a:r>
            <a:r>
              <a:rPr lang="en-US" b="1" dirty="0">
                <a:solidFill>
                  <a:schemeClr val="tx1"/>
                </a:solidFill>
              </a:rPr>
              <a:t>basic designs</a:t>
            </a:r>
            <a:r>
              <a:rPr lang="en-US" dirty="0">
                <a:solidFill>
                  <a:schemeClr val="tx1"/>
                </a:solidFill>
              </a:rPr>
              <a:t> can be targeted for </a:t>
            </a:r>
            <a:r>
              <a:rPr lang="en-US" b="1" dirty="0">
                <a:solidFill>
                  <a:schemeClr val="tx1"/>
                </a:solidFill>
              </a:rPr>
              <a:t>complete redesign services</a:t>
            </a:r>
            <a:r>
              <a:rPr lang="en-US" dirty="0">
                <a:solidFill>
                  <a:schemeClr val="tx1"/>
                </a:solidFill>
              </a:rPr>
              <a:t> </a:t>
            </a:r>
          </a:p>
          <a:p>
            <a:pPr>
              <a:buFont typeface="Arial" panose="020B0604020202020204" pitchFamily="34" charset="0"/>
              <a:buChar char="•"/>
            </a:pPr>
            <a:r>
              <a:rPr lang="en-US" dirty="0">
                <a:solidFill>
                  <a:schemeClr val="tx1"/>
                </a:solidFill>
              </a:rPr>
              <a:t>Encourages Inmogic to promote </a:t>
            </a:r>
            <a:r>
              <a:rPr lang="en-US" b="1" dirty="0">
                <a:solidFill>
                  <a:schemeClr val="tx1"/>
                </a:solidFill>
              </a:rPr>
              <a:t>modern and optimized designs</a:t>
            </a:r>
            <a:r>
              <a:rPr lang="en-US" dirty="0">
                <a:solidFill>
                  <a:schemeClr val="tx1"/>
                </a:solidFill>
              </a:rPr>
              <a:t> as a better alternative </a:t>
            </a:r>
          </a:p>
          <a:p>
            <a:pPr>
              <a:buFont typeface="Arial" panose="020B0604020202020204" pitchFamily="34" charset="0"/>
              <a:buChar char="•"/>
            </a:pPr>
            <a:r>
              <a:rPr lang="en-US" dirty="0">
                <a:solidFill>
                  <a:schemeClr val="tx1"/>
                </a:solidFill>
              </a:rPr>
              <a:t>Enables a </a:t>
            </a:r>
            <a:r>
              <a:rPr lang="en-US" b="1" dirty="0">
                <a:solidFill>
                  <a:schemeClr val="tx1"/>
                </a:solidFill>
              </a:rPr>
              <a:t>problem-solution approach</a:t>
            </a:r>
            <a:r>
              <a:rPr lang="en-US" dirty="0">
                <a:solidFill>
                  <a:schemeClr val="tx1"/>
                </a:solidFill>
              </a:rPr>
              <a:t> instead of generic service pitching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4">
          <a:extLst>
            <a:ext uri="{FF2B5EF4-FFF2-40B4-BE49-F238E27FC236}">
              <a16:creationId xmlns:a16="http://schemas.microsoft.com/office/drawing/2014/main" id="{50844BD2-8B91-8EFC-2F35-C1386D432D8D}"/>
            </a:ext>
          </a:extLst>
        </p:cNvPr>
        <p:cNvGrpSpPr/>
        <p:nvPr/>
      </p:nvGrpSpPr>
      <p:grpSpPr>
        <a:xfrm>
          <a:off x="0" y="0"/>
          <a:ext cx="0" cy="0"/>
          <a:chOff x="0" y="0"/>
          <a:chExt cx="0" cy="0"/>
        </a:xfrm>
      </p:grpSpPr>
      <p:sp>
        <p:nvSpPr>
          <p:cNvPr id="465" name="Google Shape;465;p44">
            <a:extLst>
              <a:ext uri="{FF2B5EF4-FFF2-40B4-BE49-F238E27FC236}">
                <a16:creationId xmlns:a16="http://schemas.microsoft.com/office/drawing/2014/main" id="{46AA8D71-2B3C-52F9-8678-BCB7B517AC79}"/>
              </a:ext>
            </a:extLst>
          </p:cNvPr>
          <p:cNvSpPr txBox="1">
            <a:spLocks noGrp="1"/>
          </p:cNvSpPr>
          <p:nvPr>
            <p:ph type="title"/>
          </p:nvPr>
        </p:nvSpPr>
        <p:spPr>
          <a:xfrm>
            <a:off x="725304" y="79844"/>
            <a:ext cx="8151068" cy="7825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Identification</a:t>
            </a:r>
            <a:endParaRPr dirty="0"/>
          </a:p>
        </p:txBody>
      </p:sp>
      <p:sp>
        <p:nvSpPr>
          <p:cNvPr id="467" name="Google Shape;467;p44">
            <a:extLst>
              <a:ext uri="{FF2B5EF4-FFF2-40B4-BE49-F238E27FC236}">
                <a16:creationId xmlns:a16="http://schemas.microsoft.com/office/drawing/2014/main" id="{59CFB3FD-3C22-AC21-91C7-87F4242A6F2B}"/>
              </a:ext>
            </a:extLst>
          </p:cNvPr>
          <p:cNvSpPr txBox="1">
            <a:spLocks noGrp="1"/>
          </p:cNvSpPr>
          <p:nvPr>
            <p:ph type="title" idx="2"/>
          </p:nvPr>
        </p:nvSpPr>
        <p:spPr>
          <a:xfrm>
            <a:off x="122475" y="79844"/>
            <a:ext cx="405275" cy="3067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6</a:t>
            </a:r>
            <a:endParaRPr sz="1800" dirty="0"/>
          </a:p>
        </p:txBody>
      </p:sp>
      <p:cxnSp>
        <p:nvCxnSpPr>
          <p:cNvPr id="468" name="Google Shape;468;p44">
            <a:extLst>
              <a:ext uri="{FF2B5EF4-FFF2-40B4-BE49-F238E27FC236}">
                <a16:creationId xmlns:a16="http://schemas.microsoft.com/office/drawing/2014/main" id="{F1526211-6D93-E667-0DAB-72CAD5ECF760}"/>
              </a:ext>
            </a:extLst>
          </p:cNvPr>
          <p:cNvCxnSpPr/>
          <p:nvPr/>
        </p:nvCxnSpPr>
        <p:spPr>
          <a:xfrm>
            <a:off x="4612172" y="5063656"/>
            <a:ext cx="4264200" cy="0"/>
          </a:xfrm>
          <a:prstGeom prst="straightConnector1">
            <a:avLst/>
          </a:prstGeom>
          <a:noFill/>
          <a:ln w="9525" cap="flat" cmpd="sng">
            <a:solidFill>
              <a:schemeClr val="dk1"/>
            </a:solidFill>
            <a:prstDash val="solid"/>
            <a:round/>
            <a:headEnd type="none" w="med" len="med"/>
            <a:tailEnd type="oval" w="med" len="med"/>
          </a:ln>
        </p:spPr>
      </p:cxnSp>
      <p:sp>
        <p:nvSpPr>
          <p:cNvPr id="2" name="Rectangle 1">
            <a:extLst>
              <a:ext uri="{FF2B5EF4-FFF2-40B4-BE49-F238E27FC236}">
                <a16:creationId xmlns:a16="http://schemas.microsoft.com/office/drawing/2014/main" id="{2905588E-1792-F4C8-060B-25C920A84EA7}"/>
              </a:ext>
            </a:extLst>
          </p:cNvPr>
          <p:cNvSpPr>
            <a:spLocks noChangeArrowheads="1"/>
          </p:cNvSpPr>
          <p:nvPr/>
        </p:nvSpPr>
        <p:spPr bwMode="auto">
          <a:xfrm>
            <a:off x="153516" y="877895"/>
            <a:ext cx="837250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Website quality is only moderate (avg ~68/100)</a:t>
            </a:r>
            <a:r>
              <a:rPr kumimoji="0" lang="en-US" altLang="en-US" b="0" i="0" u="none" strike="noStrike" cap="none" normalizeH="0" baseline="0" dirty="0">
                <a:ln>
                  <a:noFill/>
                </a:ln>
                <a:solidFill>
                  <a:schemeClr val="tx1"/>
                </a:solidFill>
                <a:effectLst/>
                <a:latin typeface="Arial" panose="020B0604020202020204" pitchFamily="34" charset="0"/>
              </a:rPr>
              <a:t>, indicating significant room for improvement across companies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High concentration of design issues</a:t>
            </a:r>
            <a:r>
              <a:rPr kumimoji="0" lang="en-US" altLang="en-US" b="0" i="0" u="none" strike="noStrike" cap="none" normalizeH="0" baseline="0" dirty="0">
                <a:ln>
                  <a:noFill/>
                </a:ln>
                <a:solidFill>
                  <a:schemeClr val="tx1"/>
                </a:solidFill>
                <a:effectLst/>
                <a:latin typeface="Arial" panose="020B0604020202020204" pitchFamily="34" charset="0"/>
              </a:rPr>
              <a:t> in commonly used layouts (standard &amp; clean), showing lack of optimization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Inconsistent UX performance</a:t>
            </a:r>
            <a:r>
              <a:rPr kumimoji="0" lang="en-US" altLang="en-US" b="0" i="0" u="none" strike="noStrike" cap="none" normalizeH="0" baseline="0" dirty="0">
                <a:ln>
                  <a:noFill/>
                </a:ln>
                <a:solidFill>
                  <a:schemeClr val="tx1"/>
                </a:solidFill>
                <a:effectLst/>
                <a:latin typeface="Arial" panose="020B0604020202020204" pitchFamily="34" charset="0"/>
              </a:rPr>
              <a:t>—wide variation in scores across companies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Limited adoption of modern design practices</a:t>
            </a:r>
            <a:r>
              <a:rPr kumimoji="0" lang="en-US" altLang="en-US" b="0" i="0" u="none" strike="noStrike" cap="none" normalizeH="0" baseline="0" dirty="0">
                <a:ln>
                  <a:noFill/>
                </a:ln>
                <a:solidFill>
                  <a:schemeClr val="tx1"/>
                </a:solidFill>
                <a:effectLst/>
                <a:latin typeface="Arial" panose="020B0604020202020204" pitchFamily="34" charset="0"/>
              </a:rPr>
              <a:t>, despite better performance outcomes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Weak alignment between UX and business performance</a:t>
            </a:r>
            <a:r>
              <a:rPr kumimoji="0" lang="en-US" altLang="en-US" b="0" i="0" u="none" strike="noStrike" cap="none" normalizeH="0" baseline="0" dirty="0">
                <a:ln>
                  <a:noFill/>
                </a:ln>
                <a:solidFill>
                  <a:schemeClr val="tx1"/>
                </a:solidFill>
                <a:effectLst/>
                <a:latin typeface="Arial" panose="020B0604020202020204" pitchFamily="34" charset="0"/>
              </a:rPr>
              <a:t> in several companies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Only a few companies show high ROCE</a:t>
            </a:r>
            <a:r>
              <a:rPr kumimoji="0" lang="en-US" altLang="en-US" b="0" i="0" u="none" strike="noStrike" cap="none" normalizeH="0" baseline="0" dirty="0">
                <a:ln>
                  <a:noFill/>
                </a:ln>
                <a:solidFill>
                  <a:schemeClr val="tx1"/>
                </a:solidFill>
                <a:effectLst/>
                <a:latin typeface="Arial" panose="020B0604020202020204" pitchFamily="34" charset="0"/>
              </a:rPr>
              <a:t>, while most operate at average efficiency levels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Profitability is uneven</a:t>
            </a:r>
            <a:r>
              <a:rPr kumimoji="0" lang="en-US" altLang="en-US" b="0" i="0" u="none" strike="noStrike" cap="none" normalizeH="0" baseline="0" dirty="0">
                <a:ln>
                  <a:noFill/>
                </a:ln>
                <a:solidFill>
                  <a:schemeClr val="tx1"/>
                </a:solidFill>
                <a:effectLst/>
                <a:latin typeface="Arial" panose="020B0604020202020204" pitchFamily="34" charset="0"/>
              </a:rPr>
              <a:t>, with a small set of high performers and many mid/low performers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Industry concentration risk</a:t>
            </a:r>
            <a:r>
              <a:rPr kumimoji="0" lang="en-US" altLang="en-US" b="0" i="0" u="none" strike="noStrike" cap="none" normalizeH="0" baseline="0" dirty="0">
                <a:ln>
                  <a:noFill/>
                </a:ln>
                <a:solidFill>
                  <a:schemeClr val="tx1"/>
                </a:solidFill>
                <a:effectLst/>
                <a:latin typeface="Arial" panose="020B0604020202020204" pitchFamily="34" charset="0"/>
              </a:rPr>
              <a:t>—heavy dominance of Manufacturing reduces diversification focus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Regional imbalance</a:t>
            </a:r>
            <a:r>
              <a:rPr kumimoji="0" lang="en-US" altLang="en-US" b="0" i="0" u="none" strike="noStrike" cap="none" normalizeH="0" baseline="0" dirty="0">
                <a:ln>
                  <a:noFill/>
                </a:ln>
                <a:solidFill>
                  <a:schemeClr val="tx1"/>
                </a:solidFill>
                <a:effectLst/>
                <a:latin typeface="Arial" panose="020B0604020202020204" pitchFamily="34" charset="0"/>
              </a:rPr>
              <a:t>—major cities (Mumbai, Ahmedabad, Delhi) dominate, while others are underutilized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Financial strength varies by region</a:t>
            </a:r>
            <a:r>
              <a:rPr kumimoji="0" lang="en-US" altLang="en-US" b="0" i="0" u="none" strike="noStrike" cap="none" normalizeH="0" baseline="0" dirty="0">
                <a:ln>
                  <a:noFill/>
                </a:ln>
                <a:solidFill>
                  <a:schemeClr val="tx1"/>
                </a:solidFill>
                <a:effectLst/>
                <a:latin typeface="Arial" panose="020B0604020202020204" pitchFamily="34" charset="0"/>
              </a:rPr>
              <a:t>, indicating uneven market maturity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Most companies fall in similar market cap range</a:t>
            </a:r>
            <a:r>
              <a:rPr kumimoji="0" lang="en-US" altLang="en-US" b="0" i="0" u="none" strike="noStrike" cap="none" normalizeH="0" baseline="0" dirty="0">
                <a:ln>
                  <a:noFill/>
                </a:ln>
                <a:solidFill>
                  <a:schemeClr val="tx1"/>
                </a:solidFill>
                <a:effectLst/>
                <a:latin typeface="Arial" panose="020B0604020202020204" pitchFamily="34" charset="0"/>
              </a:rPr>
              <a:t>, leading to high competition within the same segment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Emerging sectors (EV, Healthcare, etc.) are underrepresented</a:t>
            </a:r>
            <a:r>
              <a:rPr kumimoji="0" lang="en-US" altLang="en-US" b="0" i="0" u="none" strike="noStrike" cap="none" normalizeH="0" baseline="0" dirty="0">
                <a:ln>
                  <a:noFill/>
                </a:ln>
                <a:solidFill>
                  <a:schemeClr val="tx1"/>
                </a:solidFill>
                <a:effectLst/>
                <a:latin typeface="Arial" panose="020B0604020202020204" pitchFamily="34" charset="0"/>
              </a:rPr>
              <a:t>, indicating missed early-stage opportunities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Lack of differentiation in digital presence</a:t>
            </a:r>
            <a:r>
              <a:rPr kumimoji="0" lang="en-US" altLang="en-US" b="0" i="0" u="none" strike="noStrike" cap="none" normalizeH="0" baseline="0" dirty="0">
                <a:ln>
                  <a:noFill/>
                </a:ln>
                <a:solidFill>
                  <a:schemeClr val="tx1"/>
                </a:solidFill>
                <a:effectLst/>
                <a:latin typeface="Arial" panose="020B0604020202020204" pitchFamily="34" charset="0"/>
              </a:rPr>
              <a:t>, as many companies use similar design approaches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Limited focus on user-centric design</a:t>
            </a:r>
            <a:r>
              <a:rPr kumimoji="0" lang="en-US" altLang="en-US" b="0" i="0" u="none" strike="noStrike" cap="none" normalizeH="0" baseline="0" dirty="0">
                <a:ln>
                  <a:noFill/>
                </a:ln>
                <a:solidFill>
                  <a:schemeClr val="tx1"/>
                </a:solidFill>
                <a:effectLst/>
                <a:latin typeface="Arial" panose="020B0604020202020204" pitchFamily="34" charset="0"/>
              </a:rPr>
              <a:t>, impacting engagement and conversion potential </a:t>
            </a:r>
          </a:p>
        </p:txBody>
      </p:sp>
    </p:spTree>
    <p:extLst>
      <p:ext uri="{BB962C8B-B14F-4D97-AF65-F5344CB8AC3E}">
        <p14:creationId xmlns:p14="http://schemas.microsoft.com/office/powerpoint/2010/main" val="1244573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4">
          <a:extLst>
            <a:ext uri="{FF2B5EF4-FFF2-40B4-BE49-F238E27FC236}">
              <a16:creationId xmlns:a16="http://schemas.microsoft.com/office/drawing/2014/main" id="{0F4236DF-691B-700C-D450-F70D65A3E972}"/>
            </a:ext>
          </a:extLst>
        </p:cNvPr>
        <p:cNvGrpSpPr/>
        <p:nvPr/>
      </p:nvGrpSpPr>
      <p:grpSpPr>
        <a:xfrm>
          <a:off x="0" y="0"/>
          <a:ext cx="0" cy="0"/>
          <a:chOff x="0" y="0"/>
          <a:chExt cx="0" cy="0"/>
        </a:xfrm>
      </p:grpSpPr>
      <p:sp>
        <p:nvSpPr>
          <p:cNvPr id="465" name="Google Shape;465;p44">
            <a:extLst>
              <a:ext uri="{FF2B5EF4-FFF2-40B4-BE49-F238E27FC236}">
                <a16:creationId xmlns:a16="http://schemas.microsoft.com/office/drawing/2014/main" id="{D5959BF8-5B5D-4DC8-F090-A14F2C0C9C05}"/>
              </a:ext>
            </a:extLst>
          </p:cNvPr>
          <p:cNvSpPr txBox="1">
            <a:spLocks noGrp="1"/>
          </p:cNvSpPr>
          <p:nvPr>
            <p:ph type="title"/>
          </p:nvPr>
        </p:nvSpPr>
        <p:spPr>
          <a:xfrm>
            <a:off x="665831" y="79844"/>
            <a:ext cx="8151068" cy="130195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Opportunity for Inmogic Technologies</a:t>
            </a:r>
            <a:endParaRPr sz="4000" dirty="0"/>
          </a:p>
        </p:txBody>
      </p:sp>
      <p:sp>
        <p:nvSpPr>
          <p:cNvPr id="467" name="Google Shape;467;p44">
            <a:extLst>
              <a:ext uri="{FF2B5EF4-FFF2-40B4-BE49-F238E27FC236}">
                <a16:creationId xmlns:a16="http://schemas.microsoft.com/office/drawing/2014/main" id="{F98B1847-24F6-0205-B637-316552637AF8}"/>
              </a:ext>
            </a:extLst>
          </p:cNvPr>
          <p:cNvSpPr txBox="1">
            <a:spLocks noGrp="1"/>
          </p:cNvSpPr>
          <p:nvPr>
            <p:ph type="title" idx="2"/>
          </p:nvPr>
        </p:nvSpPr>
        <p:spPr>
          <a:xfrm>
            <a:off x="122475" y="79844"/>
            <a:ext cx="405275" cy="3067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6</a:t>
            </a:r>
            <a:endParaRPr sz="1800" dirty="0"/>
          </a:p>
        </p:txBody>
      </p:sp>
      <p:cxnSp>
        <p:nvCxnSpPr>
          <p:cNvPr id="468" name="Google Shape;468;p44">
            <a:extLst>
              <a:ext uri="{FF2B5EF4-FFF2-40B4-BE49-F238E27FC236}">
                <a16:creationId xmlns:a16="http://schemas.microsoft.com/office/drawing/2014/main" id="{796897DC-0B1F-3746-B95B-05C4DC37E29A}"/>
              </a:ext>
            </a:extLst>
          </p:cNvPr>
          <p:cNvCxnSpPr/>
          <p:nvPr/>
        </p:nvCxnSpPr>
        <p:spPr>
          <a:xfrm>
            <a:off x="4662487" y="5045875"/>
            <a:ext cx="4264200" cy="0"/>
          </a:xfrm>
          <a:prstGeom prst="straightConnector1">
            <a:avLst/>
          </a:prstGeom>
          <a:noFill/>
          <a:ln w="9525" cap="flat" cmpd="sng">
            <a:solidFill>
              <a:schemeClr val="dk1"/>
            </a:solidFill>
            <a:prstDash val="solid"/>
            <a:round/>
            <a:headEnd type="none" w="med" len="med"/>
            <a:tailEnd type="oval" w="med" len="med"/>
          </a:ln>
        </p:spPr>
      </p:cxnSp>
      <p:sp>
        <p:nvSpPr>
          <p:cNvPr id="2" name="Rectangle 1">
            <a:extLst>
              <a:ext uri="{FF2B5EF4-FFF2-40B4-BE49-F238E27FC236}">
                <a16:creationId xmlns:a16="http://schemas.microsoft.com/office/drawing/2014/main" id="{9E361196-3521-0105-730F-4D24B76C0DE2}"/>
              </a:ext>
            </a:extLst>
          </p:cNvPr>
          <p:cNvSpPr>
            <a:spLocks noChangeArrowheads="1"/>
          </p:cNvSpPr>
          <p:nvPr/>
        </p:nvSpPr>
        <p:spPr bwMode="auto">
          <a:xfrm>
            <a:off x="122475" y="1274077"/>
            <a:ext cx="8804212"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Target companies with </a:t>
            </a:r>
            <a:r>
              <a:rPr kumimoji="0" lang="en-US" altLang="en-US" sz="1700" b="1" i="0" u="none" strike="noStrike" cap="none" normalizeH="0" baseline="0" dirty="0">
                <a:ln>
                  <a:noFill/>
                </a:ln>
                <a:solidFill>
                  <a:schemeClr val="tx1"/>
                </a:solidFill>
                <a:effectLst/>
                <a:latin typeface="Arial" panose="020B0604020202020204" pitchFamily="34" charset="0"/>
              </a:rPr>
              <a:t>poor or average website quality</a:t>
            </a:r>
            <a:r>
              <a:rPr kumimoji="0" lang="en-US" altLang="en-US" sz="1700" b="0" i="0" u="none" strike="noStrike" cap="none" normalizeH="0" baseline="0" dirty="0">
                <a:ln>
                  <a:noFill/>
                </a:ln>
                <a:solidFill>
                  <a:schemeClr val="tx1"/>
                </a:solidFill>
                <a:effectLst/>
                <a:latin typeface="Arial" panose="020B0604020202020204" pitchFamily="34" charset="0"/>
              </a:rPr>
              <a:t> for redesign and improvement services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Offer </a:t>
            </a:r>
            <a:r>
              <a:rPr kumimoji="0" lang="en-US" altLang="en-US" sz="1700" b="1" i="0" u="none" strike="noStrike" cap="none" normalizeH="0" baseline="0" dirty="0">
                <a:ln>
                  <a:noFill/>
                </a:ln>
                <a:solidFill>
                  <a:schemeClr val="tx1"/>
                </a:solidFill>
                <a:effectLst/>
                <a:latin typeface="Arial" panose="020B0604020202020204" pitchFamily="34" charset="0"/>
              </a:rPr>
              <a:t>UX optimization solutions</a:t>
            </a:r>
            <a:r>
              <a:rPr kumimoji="0" lang="en-US" altLang="en-US" sz="1700" b="0" i="0" u="none" strike="noStrike" cap="none" normalizeH="0" baseline="0" dirty="0">
                <a:ln>
                  <a:noFill/>
                </a:ln>
                <a:solidFill>
                  <a:schemeClr val="tx1"/>
                </a:solidFill>
                <a:effectLst/>
                <a:latin typeface="Arial" panose="020B0604020202020204" pitchFamily="34" charset="0"/>
              </a:rPr>
              <a:t> to improve performance and user engagement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Focus on industries like </a:t>
            </a:r>
            <a:r>
              <a:rPr kumimoji="0" lang="en-US" altLang="en-US" sz="1700" b="1" i="0" u="none" strike="noStrike" cap="none" normalizeH="0" baseline="0" dirty="0">
                <a:ln>
                  <a:noFill/>
                </a:ln>
                <a:solidFill>
                  <a:schemeClr val="tx1"/>
                </a:solidFill>
                <a:effectLst/>
                <a:latin typeface="Arial" panose="020B0604020202020204" pitchFamily="34" charset="0"/>
              </a:rPr>
              <a:t>Manufacturing and IT</a:t>
            </a:r>
            <a:r>
              <a:rPr kumimoji="0" lang="en-US" altLang="en-US" sz="1700" b="0" i="0" u="none" strike="noStrike" cap="none" normalizeH="0" baseline="0" dirty="0">
                <a:ln>
                  <a:noFill/>
                </a:ln>
                <a:solidFill>
                  <a:schemeClr val="tx1"/>
                </a:solidFill>
                <a:effectLst/>
                <a:latin typeface="Arial" panose="020B0604020202020204" pitchFamily="34" charset="0"/>
              </a:rPr>
              <a:t> with high company concentration for better reach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Approach companies with </a:t>
            </a:r>
            <a:r>
              <a:rPr kumimoji="0" lang="en-US" altLang="en-US" sz="1700" b="1" i="0" u="none" strike="noStrike" cap="none" normalizeH="0" baseline="0" dirty="0">
                <a:ln>
                  <a:noFill/>
                </a:ln>
                <a:solidFill>
                  <a:schemeClr val="tx1"/>
                </a:solidFill>
                <a:effectLst/>
                <a:latin typeface="Arial" panose="020B0604020202020204" pitchFamily="34" charset="0"/>
              </a:rPr>
              <a:t>high ROCE and profitability</a:t>
            </a:r>
            <a:r>
              <a:rPr kumimoji="0" lang="en-US" altLang="en-US" sz="1700" b="0" i="0" u="none" strike="noStrike" cap="none" normalizeH="0" baseline="0" dirty="0">
                <a:ln>
                  <a:noFill/>
                </a:ln>
                <a:solidFill>
                  <a:schemeClr val="tx1"/>
                </a:solidFill>
                <a:effectLst/>
                <a:latin typeface="Arial" panose="020B0604020202020204" pitchFamily="34" charset="0"/>
              </a:rPr>
              <a:t> for premium service offerings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Enter emerging sectors like </a:t>
            </a:r>
            <a:r>
              <a:rPr kumimoji="0" lang="en-US" altLang="en-US" sz="1700" b="1" i="0" u="none" strike="noStrike" cap="none" normalizeH="0" baseline="0" dirty="0">
                <a:ln>
                  <a:noFill/>
                </a:ln>
                <a:solidFill>
                  <a:schemeClr val="tx1"/>
                </a:solidFill>
                <a:effectLst/>
                <a:latin typeface="Arial" panose="020B0604020202020204" pitchFamily="34" charset="0"/>
              </a:rPr>
              <a:t>Electric Vehicles and Healthcare</a:t>
            </a:r>
            <a:r>
              <a:rPr kumimoji="0" lang="en-US" altLang="en-US" sz="1700" b="0" i="0" u="none" strike="noStrike" cap="none" normalizeH="0" baseline="0" dirty="0">
                <a:ln>
                  <a:noFill/>
                </a:ln>
                <a:solidFill>
                  <a:schemeClr val="tx1"/>
                </a:solidFill>
                <a:effectLst/>
                <a:latin typeface="Arial" panose="020B0604020202020204" pitchFamily="34" charset="0"/>
              </a:rPr>
              <a:t> for early-stage opportunities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Leverage regional insights to focus on </a:t>
            </a:r>
            <a:r>
              <a:rPr kumimoji="0" lang="en-US" altLang="en-US" sz="1700" b="1" i="0" u="none" strike="noStrike" cap="none" normalizeH="0" baseline="0" dirty="0">
                <a:ln>
                  <a:noFill/>
                </a:ln>
                <a:solidFill>
                  <a:schemeClr val="tx1"/>
                </a:solidFill>
                <a:effectLst/>
                <a:latin typeface="Arial" panose="020B0604020202020204" pitchFamily="34" charset="0"/>
              </a:rPr>
              <a:t>high-density cities like Mumbai, Ahmedabad, and Delhi</a:t>
            </a:r>
            <a:r>
              <a:rPr kumimoji="0" lang="en-US" altLang="en-US" sz="17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Target financially strong regions like </a:t>
            </a:r>
            <a:r>
              <a:rPr kumimoji="0" lang="en-US" altLang="en-US" sz="1700" b="1" i="0" u="none" strike="noStrike" cap="none" normalizeH="0" baseline="0" dirty="0">
                <a:ln>
                  <a:noFill/>
                </a:ln>
                <a:solidFill>
                  <a:schemeClr val="tx1"/>
                </a:solidFill>
                <a:effectLst/>
                <a:latin typeface="Arial" panose="020B0604020202020204" pitchFamily="34" charset="0"/>
              </a:rPr>
              <a:t>Noida and Chennai</a:t>
            </a:r>
            <a:r>
              <a:rPr kumimoji="0" lang="en-US" altLang="en-US" sz="1700" b="0" i="0" u="none" strike="noStrike" cap="none" normalizeH="0" baseline="0" dirty="0">
                <a:ln>
                  <a:noFill/>
                </a:ln>
                <a:solidFill>
                  <a:schemeClr val="tx1"/>
                </a:solidFill>
                <a:effectLst/>
                <a:latin typeface="Arial" panose="020B0604020202020204" pitchFamily="34" charset="0"/>
              </a:rPr>
              <a:t> for high-value clients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Provide </a:t>
            </a:r>
            <a:r>
              <a:rPr kumimoji="0" lang="en-US" altLang="en-US" sz="1700" b="1" i="0" u="none" strike="noStrike" cap="none" normalizeH="0" baseline="0" dirty="0">
                <a:ln>
                  <a:noFill/>
                </a:ln>
                <a:solidFill>
                  <a:schemeClr val="tx1"/>
                </a:solidFill>
                <a:effectLst/>
                <a:latin typeface="Arial" panose="020B0604020202020204" pitchFamily="34" charset="0"/>
              </a:rPr>
              <a:t>standardized solutions</a:t>
            </a:r>
            <a:r>
              <a:rPr kumimoji="0" lang="en-US" altLang="en-US" sz="1700" b="0" i="0" u="none" strike="noStrike" cap="none" normalizeH="0" baseline="0" dirty="0">
                <a:ln>
                  <a:noFill/>
                </a:ln>
                <a:solidFill>
                  <a:schemeClr val="tx1"/>
                </a:solidFill>
                <a:effectLst/>
                <a:latin typeface="Arial" panose="020B0604020202020204" pitchFamily="34" charset="0"/>
              </a:rPr>
              <a:t> for companies with similar market cap and needs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Use identified design issues to offer </a:t>
            </a:r>
            <a:r>
              <a:rPr kumimoji="0" lang="en-US" altLang="en-US" sz="1700" b="1" i="0" u="none" strike="noStrike" cap="none" normalizeH="0" baseline="0" dirty="0">
                <a:ln>
                  <a:noFill/>
                </a:ln>
                <a:solidFill>
                  <a:schemeClr val="tx1"/>
                </a:solidFill>
                <a:effectLst/>
                <a:latin typeface="Arial" panose="020B0604020202020204" pitchFamily="34" charset="0"/>
              </a:rPr>
              <a:t>problem-specific digital solutions</a:t>
            </a:r>
            <a:r>
              <a:rPr kumimoji="0" lang="en-US" altLang="en-US" sz="17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Position Inmogic as a </a:t>
            </a:r>
            <a:r>
              <a:rPr kumimoji="0" lang="en-US" altLang="en-US" sz="1700" b="1" i="0" u="none" strike="noStrike" cap="none" normalizeH="0" baseline="0" dirty="0">
                <a:ln>
                  <a:noFill/>
                </a:ln>
                <a:solidFill>
                  <a:schemeClr val="tx1"/>
                </a:solidFill>
                <a:effectLst/>
                <a:latin typeface="Arial" panose="020B0604020202020204" pitchFamily="34" charset="0"/>
              </a:rPr>
              <a:t>data-driven technology partner</a:t>
            </a:r>
            <a:r>
              <a:rPr kumimoji="0" lang="en-US" altLang="en-US" sz="1700" b="0" i="0" u="none" strike="noStrike" cap="none" normalizeH="0" baseline="0" dirty="0">
                <a:ln>
                  <a:noFill/>
                </a:ln>
                <a:solidFill>
                  <a:schemeClr val="tx1"/>
                </a:solidFill>
                <a:effectLst/>
                <a:latin typeface="Arial" panose="020B0604020202020204" pitchFamily="34" charset="0"/>
              </a:rPr>
              <a:t> for business growth </a:t>
            </a:r>
          </a:p>
        </p:txBody>
      </p:sp>
    </p:spTree>
    <p:extLst>
      <p:ext uri="{BB962C8B-B14F-4D97-AF65-F5344CB8AC3E}">
        <p14:creationId xmlns:p14="http://schemas.microsoft.com/office/powerpoint/2010/main" val="1268026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4">
          <a:extLst>
            <a:ext uri="{FF2B5EF4-FFF2-40B4-BE49-F238E27FC236}">
              <a16:creationId xmlns:a16="http://schemas.microsoft.com/office/drawing/2014/main" id="{9347F4AD-52C4-4EB2-5B38-E8D9AAF5ADA2}"/>
            </a:ext>
          </a:extLst>
        </p:cNvPr>
        <p:cNvGrpSpPr/>
        <p:nvPr/>
      </p:nvGrpSpPr>
      <p:grpSpPr>
        <a:xfrm>
          <a:off x="0" y="0"/>
          <a:ext cx="0" cy="0"/>
          <a:chOff x="0" y="0"/>
          <a:chExt cx="0" cy="0"/>
        </a:xfrm>
      </p:grpSpPr>
      <p:sp>
        <p:nvSpPr>
          <p:cNvPr id="465" name="Google Shape;465;p44">
            <a:extLst>
              <a:ext uri="{FF2B5EF4-FFF2-40B4-BE49-F238E27FC236}">
                <a16:creationId xmlns:a16="http://schemas.microsoft.com/office/drawing/2014/main" id="{A1C4032C-EC19-33DA-A1EB-0287185B9CB2}"/>
              </a:ext>
            </a:extLst>
          </p:cNvPr>
          <p:cNvSpPr txBox="1">
            <a:spLocks noGrp="1"/>
          </p:cNvSpPr>
          <p:nvPr>
            <p:ph type="title"/>
          </p:nvPr>
        </p:nvSpPr>
        <p:spPr>
          <a:xfrm>
            <a:off x="665831" y="0"/>
            <a:ext cx="8151068" cy="93024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dirty="0"/>
              <a:t>Recommendations</a:t>
            </a:r>
            <a:endParaRPr sz="6000" dirty="0"/>
          </a:p>
        </p:txBody>
      </p:sp>
      <p:sp>
        <p:nvSpPr>
          <p:cNvPr id="467" name="Google Shape;467;p44">
            <a:extLst>
              <a:ext uri="{FF2B5EF4-FFF2-40B4-BE49-F238E27FC236}">
                <a16:creationId xmlns:a16="http://schemas.microsoft.com/office/drawing/2014/main" id="{E6D89A85-AFCE-16A7-52EE-738D2E7B357F}"/>
              </a:ext>
            </a:extLst>
          </p:cNvPr>
          <p:cNvSpPr txBox="1">
            <a:spLocks noGrp="1"/>
          </p:cNvSpPr>
          <p:nvPr>
            <p:ph type="title" idx="2"/>
          </p:nvPr>
        </p:nvSpPr>
        <p:spPr>
          <a:xfrm>
            <a:off x="122475" y="79844"/>
            <a:ext cx="405275" cy="3067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6</a:t>
            </a:r>
            <a:endParaRPr sz="1800" dirty="0"/>
          </a:p>
        </p:txBody>
      </p:sp>
      <p:cxnSp>
        <p:nvCxnSpPr>
          <p:cNvPr id="468" name="Google Shape;468;p44">
            <a:extLst>
              <a:ext uri="{FF2B5EF4-FFF2-40B4-BE49-F238E27FC236}">
                <a16:creationId xmlns:a16="http://schemas.microsoft.com/office/drawing/2014/main" id="{96744436-321D-F9E3-F004-6A0BEE985A55}"/>
              </a:ext>
            </a:extLst>
          </p:cNvPr>
          <p:cNvCxnSpPr/>
          <p:nvPr/>
        </p:nvCxnSpPr>
        <p:spPr>
          <a:xfrm>
            <a:off x="4655289" y="4647590"/>
            <a:ext cx="4264200" cy="0"/>
          </a:xfrm>
          <a:prstGeom prst="straightConnector1">
            <a:avLst/>
          </a:prstGeom>
          <a:noFill/>
          <a:ln w="9525" cap="flat" cmpd="sng">
            <a:solidFill>
              <a:schemeClr val="dk1"/>
            </a:solidFill>
            <a:prstDash val="solid"/>
            <a:round/>
            <a:headEnd type="none" w="med" len="med"/>
            <a:tailEnd type="oval" w="med" len="med"/>
          </a:ln>
        </p:spPr>
      </p:cxnSp>
      <p:sp>
        <p:nvSpPr>
          <p:cNvPr id="2" name="Rectangle 1">
            <a:extLst>
              <a:ext uri="{FF2B5EF4-FFF2-40B4-BE49-F238E27FC236}">
                <a16:creationId xmlns:a16="http://schemas.microsoft.com/office/drawing/2014/main" id="{F3FF8FF8-4D97-182D-5CEE-819B84C19A9B}"/>
              </a:ext>
            </a:extLst>
          </p:cNvPr>
          <p:cNvSpPr>
            <a:spLocks noChangeArrowheads="1"/>
          </p:cNvSpPr>
          <p:nvPr/>
        </p:nvSpPr>
        <p:spPr bwMode="auto">
          <a:xfrm>
            <a:off x="0" y="1004082"/>
            <a:ext cx="90678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website quality by adopting </a:t>
            </a:r>
            <a:r>
              <a:rPr kumimoji="0" lang="en-US" altLang="en-US" sz="1800" b="1" i="0" u="none" strike="noStrike" cap="none" normalizeH="0" baseline="0" dirty="0">
                <a:ln>
                  <a:noFill/>
                </a:ln>
                <a:solidFill>
                  <a:schemeClr val="tx1"/>
                </a:solidFill>
                <a:effectLst/>
                <a:latin typeface="Arial" panose="020B0604020202020204" pitchFamily="34" charset="0"/>
              </a:rPr>
              <a:t>modern, user-friendly design practices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Focus on enhancing </a:t>
            </a:r>
            <a:r>
              <a:rPr kumimoji="0" lang="en-US" altLang="en-US" sz="1800" b="1" i="0" u="none" strike="noStrike" cap="none" normalizeH="0" baseline="0" dirty="0">
                <a:ln>
                  <a:noFill/>
                </a:ln>
                <a:solidFill>
                  <a:schemeClr val="tx1"/>
                </a:solidFill>
                <a:effectLst/>
                <a:latin typeface="Arial" panose="020B0604020202020204" pitchFamily="34" charset="0"/>
              </a:rPr>
              <a:t>UX to improve overall performance and user engagement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Prioritize fixing </a:t>
            </a:r>
            <a:r>
              <a:rPr kumimoji="0" lang="en-US" altLang="en-US" sz="1800" b="1" i="0" u="none" strike="noStrike" cap="none" normalizeH="0" baseline="0" dirty="0">
                <a:ln>
                  <a:noFill/>
                </a:ln>
                <a:solidFill>
                  <a:schemeClr val="tx1"/>
                </a:solidFill>
                <a:effectLst/>
                <a:latin typeface="Arial" panose="020B0604020202020204" pitchFamily="34" charset="0"/>
              </a:rPr>
              <a:t>common design issues</a:t>
            </a:r>
            <a:r>
              <a:rPr kumimoji="0" lang="en-US" altLang="en-US" sz="1800" b="0" i="0" u="none" strike="noStrike" cap="none" normalizeH="0" baseline="0" dirty="0">
                <a:ln>
                  <a:noFill/>
                </a:ln>
                <a:solidFill>
                  <a:schemeClr val="tx1"/>
                </a:solidFill>
                <a:effectLst/>
                <a:latin typeface="Arial" panose="020B0604020202020204" pitchFamily="34" charset="0"/>
              </a:rPr>
              <a:t> in standard and clean layouts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Target industries with lower design quality for </a:t>
            </a:r>
            <a:r>
              <a:rPr kumimoji="0" lang="en-US" altLang="en-US" sz="1800" b="1" i="0" u="none" strike="noStrike" cap="none" normalizeH="0" baseline="0" dirty="0">
                <a:ln>
                  <a:noFill/>
                </a:ln>
                <a:solidFill>
                  <a:schemeClr val="tx1"/>
                </a:solidFill>
                <a:effectLst/>
                <a:latin typeface="Arial" panose="020B0604020202020204" pitchFamily="34" charset="0"/>
              </a:rPr>
              <a:t>digital transformation initiatives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t>
            </a:r>
            <a:r>
              <a:rPr kumimoji="0" lang="en-US" altLang="en-US" sz="1800" b="1" i="0" u="none" strike="noStrike" cap="none" normalizeH="0" baseline="0" dirty="0">
                <a:ln>
                  <a:noFill/>
                </a:ln>
                <a:solidFill>
                  <a:schemeClr val="tx1"/>
                </a:solidFill>
                <a:effectLst/>
                <a:latin typeface="Arial" panose="020B0604020202020204" pitchFamily="34" charset="0"/>
              </a:rPr>
              <a:t>region-specific strategies</a:t>
            </a:r>
            <a:r>
              <a:rPr kumimoji="0" lang="en-US" altLang="en-US" sz="1800" b="0" i="0" u="none" strike="noStrike" cap="none" normalizeH="0" baseline="0" dirty="0">
                <a:ln>
                  <a:noFill/>
                </a:ln>
                <a:solidFill>
                  <a:schemeClr val="tx1"/>
                </a:solidFill>
                <a:effectLst/>
                <a:latin typeface="Arial" panose="020B0604020202020204" pitchFamily="34" charset="0"/>
              </a:rPr>
              <a:t> to focus on high-potential cities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Offer </a:t>
            </a:r>
            <a:r>
              <a:rPr kumimoji="0" lang="en-US" altLang="en-US" sz="1800" b="1" i="0" u="none" strike="noStrike" cap="none" normalizeH="0" baseline="0" dirty="0">
                <a:ln>
                  <a:noFill/>
                </a:ln>
                <a:solidFill>
                  <a:schemeClr val="tx1"/>
                </a:solidFill>
                <a:effectLst/>
                <a:latin typeface="Arial" panose="020B0604020202020204" pitchFamily="34" charset="0"/>
              </a:rPr>
              <a:t>customized solutions for high-performing companies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scalable solutions for mid-level companies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Explore opportunities in </a:t>
            </a:r>
            <a:r>
              <a:rPr kumimoji="0" lang="en-US" altLang="en-US" sz="1800" b="1" i="0" u="none" strike="noStrike" cap="none" normalizeH="0" baseline="0" dirty="0">
                <a:ln>
                  <a:noFill/>
                </a:ln>
                <a:solidFill>
                  <a:schemeClr val="tx1"/>
                </a:solidFill>
                <a:effectLst/>
                <a:latin typeface="Arial" panose="020B0604020202020204" pitchFamily="34" charset="0"/>
              </a:rPr>
              <a:t>emerging sectors</a:t>
            </a:r>
            <a:r>
              <a:rPr kumimoji="0" lang="en-US" altLang="en-US" sz="1800" b="0" i="0" u="none" strike="noStrike" cap="none" normalizeH="0" baseline="0" dirty="0">
                <a:ln>
                  <a:noFill/>
                </a:ln>
                <a:solidFill>
                  <a:schemeClr val="tx1"/>
                </a:solidFill>
                <a:effectLst/>
                <a:latin typeface="Arial" panose="020B0604020202020204" pitchFamily="34" charset="0"/>
              </a:rPr>
              <a:t> for early market entry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data insights to create </a:t>
            </a:r>
            <a:r>
              <a:rPr kumimoji="0" lang="en-US" altLang="en-US" sz="1800" b="1" i="0" u="none" strike="noStrike" cap="none" normalizeH="0" baseline="0" dirty="0">
                <a:ln>
                  <a:noFill/>
                </a:ln>
                <a:solidFill>
                  <a:schemeClr val="tx1"/>
                </a:solidFill>
                <a:effectLst/>
                <a:latin typeface="Arial" panose="020B0604020202020204" pitchFamily="34" charset="0"/>
              </a:rPr>
              <a:t>targeted marketing and client acquisition strategies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Continuously monitor performance metrics like </a:t>
            </a:r>
            <a:r>
              <a:rPr kumimoji="0" lang="en-US" altLang="en-US" sz="1800" b="1" i="0" u="none" strike="noStrike" cap="none" normalizeH="0" baseline="0" dirty="0">
                <a:ln>
                  <a:noFill/>
                </a:ln>
                <a:solidFill>
                  <a:schemeClr val="tx1"/>
                </a:solidFill>
                <a:effectLst/>
                <a:latin typeface="Arial" panose="020B0604020202020204" pitchFamily="34" charset="0"/>
              </a:rPr>
              <a:t>ROCE, profit, and growth</a:t>
            </a:r>
            <a:r>
              <a:rPr kumimoji="0" lang="en-US" altLang="en-US" sz="1800" b="0" i="0" u="none" strike="noStrike" cap="none" normalizeH="0" baseline="0" dirty="0">
                <a:ln>
                  <a:noFill/>
                </a:ln>
                <a:solidFill>
                  <a:schemeClr val="tx1"/>
                </a:solidFill>
                <a:effectLst/>
                <a:latin typeface="Arial" panose="020B0604020202020204" pitchFamily="34" charset="0"/>
              </a:rPr>
              <a:t> for better decision-making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Position Inmogic Technologies as a </a:t>
            </a:r>
            <a:r>
              <a:rPr kumimoji="0" lang="en-US" altLang="en-US" sz="1800" b="1" i="0" u="none" strike="noStrike" cap="none" normalizeH="0" baseline="0" dirty="0">
                <a:ln>
                  <a:noFill/>
                </a:ln>
                <a:solidFill>
                  <a:schemeClr val="tx1"/>
                </a:solidFill>
                <a:effectLst/>
                <a:latin typeface="Arial" panose="020B0604020202020204" pitchFamily="34" charset="0"/>
              </a:rPr>
              <a:t>technology and UX-driven solution provider</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344375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4">
          <a:extLst>
            <a:ext uri="{FF2B5EF4-FFF2-40B4-BE49-F238E27FC236}">
              <a16:creationId xmlns:a16="http://schemas.microsoft.com/office/drawing/2014/main" id="{8D0A3707-BFCE-D95F-2C5F-074F7D14698A}"/>
            </a:ext>
          </a:extLst>
        </p:cNvPr>
        <p:cNvGrpSpPr/>
        <p:nvPr/>
      </p:nvGrpSpPr>
      <p:grpSpPr>
        <a:xfrm>
          <a:off x="0" y="0"/>
          <a:ext cx="0" cy="0"/>
          <a:chOff x="0" y="0"/>
          <a:chExt cx="0" cy="0"/>
        </a:xfrm>
      </p:grpSpPr>
      <p:sp>
        <p:nvSpPr>
          <p:cNvPr id="465" name="Google Shape;465;p44">
            <a:extLst>
              <a:ext uri="{FF2B5EF4-FFF2-40B4-BE49-F238E27FC236}">
                <a16:creationId xmlns:a16="http://schemas.microsoft.com/office/drawing/2014/main" id="{D7C1B5F4-14A4-8DF2-D642-3C5C51D5D630}"/>
              </a:ext>
            </a:extLst>
          </p:cNvPr>
          <p:cNvSpPr txBox="1">
            <a:spLocks noGrp="1"/>
          </p:cNvSpPr>
          <p:nvPr>
            <p:ph type="title"/>
          </p:nvPr>
        </p:nvSpPr>
        <p:spPr>
          <a:xfrm>
            <a:off x="654204" y="1"/>
            <a:ext cx="8024613" cy="101945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dirty="0"/>
              <a:t>Conclusion</a:t>
            </a:r>
            <a:endParaRPr sz="6000" dirty="0"/>
          </a:p>
        </p:txBody>
      </p:sp>
      <p:sp>
        <p:nvSpPr>
          <p:cNvPr id="467" name="Google Shape;467;p44">
            <a:extLst>
              <a:ext uri="{FF2B5EF4-FFF2-40B4-BE49-F238E27FC236}">
                <a16:creationId xmlns:a16="http://schemas.microsoft.com/office/drawing/2014/main" id="{67F0A85F-939E-3F39-3CF7-EC49EDCB19B9}"/>
              </a:ext>
            </a:extLst>
          </p:cNvPr>
          <p:cNvSpPr txBox="1">
            <a:spLocks noGrp="1"/>
          </p:cNvSpPr>
          <p:nvPr>
            <p:ph type="title" idx="2"/>
          </p:nvPr>
        </p:nvSpPr>
        <p:spPr>
          <a:xfrm>
            <a:off x="122475" y="79844"/>
            <a:ext cx="405275" cy="3067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6</a:t>
            </a:r>
            <a:endParaRPr sz="1800" dirty="0"/>
          </a:p>
        </p:txBody>
      </p:sp>
      <p:cxnSp>
        <p:nvCxnSpPr>
          <p:cNvPr id="468" name="Google Shape;468;p44">
            <a:extLst>
              <a:ext uri="{FF2B5EF4-FFF2-40B4-BE49-F238E27FC236}">
                <a16:creationId xmlns:a16="http://schemas.microsoft.com/office/drawing/2014/main" id="{0F93E2F7-D779-EABE-60BA-FBBE73445125}"/>
              </a:ext>
            </a:extLst>
          </p:cNvPr>
          <p:cNvCxnSpPr/>
          <p:nvPr/>
        </p:nvCxnSpPr>
        <p:spPr>
          <a:xfrm>
            <a:off x="4023150" y="4213250"/>
            <a:ext cx="4264200" cy="0"/>
          </a:xfrm>
          <a:prstGeom prst="straightConnector1">
            <a:avLst/>
          </a:prstGeom>
          <a:noFill/>
          <a:ln w="9525" cap="flat" cmpd="sng">
            <a:solidFill>
              <a:schemeClr val="dk1"/>
            </a:solidFill>
            <a:prstDash val="solid"/>
            <a:round/>
            <a:headEnd type="none" w="med" len="med"/>
            <a:tailEnd type="oval" w="med" len="med"/>
          </a:ln>
        </p:spPr>
      </p:cxnSp>
      <p:sp>
        <p:nvSpPr>
          <p:cNvPr id="3" name="TextBox 2">
            <a:extLst>
              <a:ext uri="{FF2B5EF4-FFF2-40B4-BE49-F238E27FC236}">
                <a16:creationId xmlns:a16="http://schemas.microsoft.com/office/drawing/2014/main" id="{7CED0B53-AB14-67C3-22C0-38723B88D36B}"/>
              </a:ext>
            </a:extLst>
          </p:cNvPr>
          <p:cNvSpPr txBox="1"/>
          <p:nvPr/>
        </p:nvSpPr>
        <p:spPr>
          <a:xfrm>
            <a:off x="122475" y="1019459"/>
            <a:ext cx="8747205" cy="2862322"/>
          </a:xfrm>
          <a:prstGeom prst="rect">
            <a:avLst/>
          </a:prstGeom>
          <a:noFill/>
        </p:spPr>
        <p:txBody>
          <a:bodyPr wrap="square">
            <a:spAutoFit/>
          </a:bodyPr>
          <a:lstStyle/>
          <a:p>
            <a:r>
              <a:rPr lang="en-US" sz="1800" dirty="0">
                <a:solidFill>
                  <a:schemeClr val="tx1"/>
                </a:solidFill>
              </a:rPr>
              <a:t>Through this analysis, I was able to identify key gaps in website quality, user experience, and overall performance across companies. </a:t>
            </a:r>
          </a:p>
          <a:p>
            <a:r>
              <a:rPr lang="en-US" sz="1800" dirty="0">
                <a:solidFill>
                  <a:schemeClr val="tx1"/>
                </a:solidFill>
              </a:rPr>
              <a:t>I also analyzed industry distribution, regional opportunities, and financial performance metrics such as ROCE, profit, and growth to understand where the strongest opportunities lie. </a:t>
            </a:r>
          </a:p>
          <a:p>
            <a:r>
              <a:rPr lang="en-US" sz="1800" dirty="0">
                <a:solidFill>
                  <a:schemeClr val="tx1"/>
                </a:solidFill>
              </a:rPr>
              <a:t>Based on these insights, I was able to highlight areas where improvements are needed and how these gaps can be converted into business opportunities.</a:t>
            </a:r>
          </a:p>
          <a:p>
            <a:r>
              <a:rPr lang="en-US" sz="1800" dirty="0">
                <a:solidFill>
                  <a:schemeClr val="tx1"/>
                </a:solidFill>
              </a:rPr>
              <a:t>This analysis helped me understand how Inmogic Technologies can use data-driven strategies to target the right companies, improve digital solutions, and focus on high-potential industries and regions for future growth.</a:t>
            </a:r>
            <a:endParaRPr lang="en-IN" sz="1800" dirty="0">
              <a:solidFill>
                <a:schemeClr val="tx1"/>
              </a:solidFill>
            </a:endParaRPr>
          </a:p>
        </p:txBody>
      </p:sp>
    </p:spTree>
    <p:extLst>
      <p:ext uri="{BB962C8B-B14F-4D97-AF65-F5344CB8AC3E}">
        <p14:creationId xmlns:p14="http://schemas.microsoft.com/office/powerpoint/2010/main" val="1260101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grpSp>
        <p:nvGrpSpPr>
          <p:cNvPr id="622" name="Google Shape;622;p51"/>
          <p:cNvGrpSpPr/>
          <p:nvPr/>
        </p:nvGrpSpPr>
        <p:grpSpPr>
          <a:xfrm>
            <a:off x="2432359" y="104774"/>
            <a:ext cx="7163708" cy="3816369"/>
            <a:chOff x="233350" y="949250"/>
            <a:chExt cx="7137300" cy="3802300"/>
          </a:xfrm>
        </p:grpSpPr>
        <p:sp>
          <p:nvSpPr>
            <p:cNvPr id="623" name="Google Shape;623;p51"/>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1"/>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1"/>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1"/>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51"/>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1"/>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1"/>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1"/>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1"/>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1"/>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1"/>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1"/>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1"/>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1"/>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1"/>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1"/>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1"/>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1"/>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1"/>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1"/>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1"/>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1"/>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1"/>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1"/>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1"/>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51"/>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51"/>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51"/>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51"/>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51"/>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51"/>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51"/>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51"/>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51"/>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51"/>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1"/>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1"/>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1"/>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1"/>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1"/>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51"/>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51"/>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1"/>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1"/>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1"/>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1"/>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1"/>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1"/>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1"/>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1"/>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1"/>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F9F9F9">
                <a:alpha val="27850"/>
              </a:srgbClr>
            </a:solid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 name="Google Shape;675;p51"/>
          <p:cNvGrpSpPr/>
          <p:nvPr/>
        </p:nvGrpSpPr>
        <p:grpSpPr>
          <a:xfrm>
            <a:off x="4848737" y="821300"/>
            <a:ext cx="3790905" cy="3081389"/>
            <a:chOff x="4988499" y="1060074"/>
            <a:chExt cx="3963309" cy="3221526"/>
          </a:xfrm>
        </p:grpSpPr>
        <p:pic>
          <p:nvPicPr>
            <p:cNvPr id="676" name="Google Shape;676;p51"/>
            <p:cNvPicPr preferRelativeResize="0"/>
            <p:nvPr/>
          </p:nvPicPr>
          <p:blipFill>
            <a:blip r:embed="rId3">
              <a:alphaModFix amt="66000"/>
            </a:blip>
            <a:stretch>
              <a:fillRect/>
            </a:stretch>
          </p:blipFill>
          <p:spPr>
            <a:xfrm>
              <a:off x="6383982" y="1403558"/>
              <a:ext cx="2567826" cy="2564975"/>
            </a:xfrm>
            <a:prstGeom prst="rect">
              <a:avLst/>
            </a:prstGeom>
            <a:noFill/>
            <a:ln>
              <a:noFill/>
            </a:ln>
          </p:spPr>
        </p:pic>
        <p:pic>
          <p:nvPicPr>
            <p:cNvPr id="677" name="Google Shape;677;p51"/>
            <p:cNvPicPr preferRelativeResize="0"/>
            <p:nvPr/>
          </p:nvPicPr>
          <p:blipFill>
            <a:blip r:embed="rId4">
              <a:alphaModFix/>
            </a:blip>
            <a:stretch>
              <a:fillRect/>
            </a:stretch>
          </p:blipFill>
          <p:spPr>
            <a:xfrm>
              <a:off x="5178999" y="1060074"/>
              <a:ext cx="3251775" cy="3174251"/>
            </a:xfrm>
            <a:prstGeom prst="rect">
              <a:avLst/>
            </a:prstGeom>
            <a:noFill/>
            <a:ln>
              <a:noFill/>
            </a:ln>
          </p:spPr>
        </p:pic>
        <p:pic>
          <p:nvPicPr>
            <p:cNvPr id="678" name="Google Shape;678;p51"/>
            <p:cNvPicPr preferRelativeResize="0"/>
            <p:nvPr/>
          </p:nvPicPr>
          <p:blipFill>
            <a:blip r:embed="rId5">
              <a:alphaModFix/>
            </a:blip>
            <a:stretch>
              <a:fillRect/>
            </a:stretch>
          </p:blipFill>
          <p:spPr>
            <a:xfrm>
              <a:off x="4988499" y="3181498"/>
              <a:ext cx="1021775" cy="1100101"/>
            </a:xfrm>
            <a:prstGeom prst="rect">
              <a:avLst/>
            </a:prstGeom>
            <a:noFill/>
            <a:ln>
              <a:noFill/>
            </a:ln>
          </p:spPr>
        </p:pic>
        <p:pic>
          <p:nvPicPr>
            <p:cNvPr id="679" name="Google Shape;679;p51"/>
            <p:cNvPicPr preferRelativeResize="0"/>
            <p:nvPr/>
          </p:nvPicPr>
          <p:blipFill>
            <a:blip r:embed="rId6">
              <a:alphaModFix/>
            </a:blip>
            <a:stretch>
              <a:fillRect/>
            </a:stretch>
          </p:blipFill>
          <p:spPr>
            <a:xfrm>
              <a:off x="7926792" y="1790541"/>
              <a:ext cx="503993" cy="509040"/>
            </a:xfrm>
            <a:prstGeom prst="rect">
              <a:avLst/>
            </a:prstGeom>
            <a:noFill/>
            <a:ln>
              <a:noFill/>
            </a:ln>
          </p:spPr>
        </p:pic>
        <p:pic>
          <p:nvPicPr>
            <p:cNvPr id="680" name="Google Shape;680;p51"/>
            <p:cNvPicPr preferRelativeResize="0"/>
            <p:nvPr/>
          </p:nvPicPr>
          <p:blipFill>
            <a:blip r:embed="rId7">
              <a:alphaModFix/>
            </a:blip>
            <a:stretch>
              <a:fillRect/>
            </a:stretch>
          </p:blipFill>
          <p:spPr>
            <a:xfrm>
              <a:off x="7313748" y="1348396"/>
              <a:ext cx="613050" cy="642174"/>
            </a:xfrm>
            <a:prstGeom prst="rect">
              <a:avLst/>
            </a:prstGeom>
            <a:noFill/>
            <a:ln>
              <a:noFill/>
            </a:ln>
          </p:spPr>
        </p:pic>
      </p:grpSp>
      <p:sp>
        <p:nvSpPr>
          <p:cNvPr id="2" name="TextBox 1">
            <a:extLst>
              <a:ext uri="{FF2B5EF4-FFF2-40B4-BE49-F238E27FC236}">
                <a16:creationId xmlns:a16="http://schemas.microsoft.com/office/drawing/2014/main" id="{38CB2981-7F0D-2631-C65F-26A8C44F19F0}"/>
              </a:ext>
            </a:extLst>
          </p:cNvPr>
          <p:cNvSpPr txBox="1"/>
          <p:nvPr/>
        </p:nvSpPr>
        <p:spPr>
          <a:xfrm>
            <a:off x="453114" y="1504671"/>
            <a:ext cx="4267353" cy="2308324"/>
          </a:xfrm>
          <a:prstGeom prst="rect">
            <a:avLst/>
          </a:prstGeom>
          <a:noFill/>
        </p:spPr>
        <p:txBody>
          <a:bodyPr wrap="square" rtlCol="0">
            <a:spAutoFit/>
          </a:bodyPr>
          <a:lstStyle/>
          <a:p>
            <a:pPr algn="ctr"/>
            <a:r>
              <a:rPr lang="en-IN" sz="7200" b="1" dirty="0">
                <a:solidFill>
                  <a:schemeClr val="tx1"/>
                </a:solidFill>
                <a:latin typeface="Castellar" panose="020A0402060406010301" pitchFamily="18" charset="0"/>
              </a:rPr>
              <a:t>THANK YOU</a:t>
            </a:r>
          </a:p>
        </p:txBody>
      </p:sp>
    </p:spTree>
  </p:cSld>
  <p:clrMapOvr>
    <a:masterClrMapping/>
  </p:clrMapOvr>
</p:sld>
</file>

<file path=ppt/theme/theme1.xml><?xml version="1.0" encoding="utf-8"?>
<a:theme xmlns:a="http://schemas.openxmlformats.org/drawingml/2006/main" name="Trade Marketing by Slidesgo">
  <a:themeElements>
    <a:clrScheme name="Simple Light">
      <a:dk1>
        <a:srgbClr val="39336D"/>
      </a:dk1>
      <a:lt1>
        <a:srgbClr val="F9F9F9"/>
      </a:lt1>
      <a:dk2>
        <a:srgbClr val="FFDF3F"/>
      </a:dk2>
      <a:lt2>
        <a:srgbClr val="FD8F3D"/>
      </a:lt2>
      <a:accent1>
        <a:srgbClr val="D71E66"/>
      </a:accent1>
      <a:accent2>
        <a:srgbClr val="9467E4"/>
      </a:accent2>
      <a:accent3>
        <a:srgbClr val="627DDD"/>
      </a:accent3>
      <a:accent4>
        <a:srgbClr val="012DF3"/>
      </a:accent4>
      <a:accent5>
        <a:srgbClr val="FFFFFF"/>
      </a:accent5>
      <a:accent6>
        <a:srgbClr val="FFFFFF"/>
      </a:accent6>
      <a:hlink>
        <a:srgbClr val="3933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TotalTime>
  <Words>2170</Words>
  <Application>Microsoft Office PowerPoint</Application>
  <PresentationFormat>On-screen Show (16:9)</PresentationFormat>
  <Paragraphs>230</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Roboto</vt:lpstr>
      <vt:lpstr>Arial</vt:lpstr>
      <vt:lpstr>Anybody</vt:lpstr>
      <vt:lpstr>Castellar</vt:lpstr>
      <vt:lpstr>Nunito Light</vt:lpstr>
      <vt:lpstr>Trade Marketing by Slidesgo</vt:lpstr>
      <vt:lpstr>STOCK MARKET ANALYSIS</vt:lpstr>
      <vt:lpstr>CONTENTS</vt:lpstr>
      <vt:lpstr>OBJECTIVE OF ANALYSIS</vt:lpstr>
      <vt:lpstr>Data Set and Analysis Scope</vt:lpstr>
      <vt:lpstr>Market Landscape</vt:lpstr>
      <vt:lpstr>Sum of Market Capital By Industry Type</vt:lpstr>
      <vt:lpstr>Client Potential</vt:lpstr>
      <vt:lpstr>Average  Profit %  By Companies</vt:lpstr>
      <vt:lpstr>Regional Opportunities</vt:lpstr>
      <vt:lpstr>Average Market Capital By Headquarters</vt:lpstr>
      <vt:lpstr>Website Quality Assessment</vt:lpstr>
      <vt:lpstr>Average Website Design by Industries</vt:lpstr>
      <vt:lpstr>UX vs Performance</vt:lpstr>
      <vt:lpstr>Website Design vs Design Issues</vt:lpstr>
      <vt:lpstr>Problem Identification</vt:lpstr>
      <vt:lpstr>Opportunity for Inmogic Technologies</vt:lpstr>
      <vt:lpstr>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Gumma Ankita</cp:lastModifiedBy>
  <cp:revision>6</cp:revision>
  <dcterms:modified xsi:type="dcterms:W3CDTF">2026-04-11T05:46:36Z</dcterms:modified>
</cp:coreProperties>
</file>